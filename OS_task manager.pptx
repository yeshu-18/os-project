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60" r:id="rId7"/>
    <p:sldId id="268" r:id="rId8"/>
    <p:sldId id="259" r:id="rId9"/>
    <p:sldId id="263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82CD6-3FBD-4A8D-84CE-D6775DB6D46B}" v="8" dt="2023-11-16T04:51:52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shwanth Raghavendar R" userId="338f87f1f8dae2b9" providerId="LiveId" clId="{6F482CD6-3FBD-4A8D-84CE-D6775DB6D46B}"/>
    <pc:docChg chg="undo custSel modSld">
      <pc:chgData name="Yeshwanth Raghavendar R" userId="338f87f1f8dae2b9" providerId="LiveId" clId="{6F482CD6-3FBD-4A8D-84CE-D6775DB6D46B}" dt="2023-11-16T05:08:00.920" v="79" actId="1076"/>
      <pc:docMkLst>
        <pc:docMk/>
      </pc:docMkLst>
      <pc:sldChg chg="addSp modSp mod">
        <pc:chgData name="Yeshwanth Raghavendar R" userId="338f87f1f8dae2b9" providerId="LiveId" clId="{6F482CD6-3FBD-4A8D-84CE-D6775DB6D46B}" dt="2023-11-16T04:49:14.508" v="34" actId="14100"/>
        <pc:sldMkLst>
          <pc:docMk/>
          <pc:sldMk cId="3185657204" sldId="259"/>
        </pc:sldMkLst>
        <pc:spChg chg="mod ord">
          <ac:chgData name="Yeshwanth Raghavendar R" userId="338f87f1f8dae2b9" providerId="LiveId" clId="{6F482CD6-3FBD-4A8D-84CE-D6775DB6D46B}" dt="2023-11-16T04:49:14.508" v="34" actId="14100"/>
          <ac:spMkLst>
            <pc:docMk/>
            <pc:sldMk cId="3185657204" sldId="259"/>
            <ac:spMk id="9" creationId="{EF1D7ECF-341A-0595-9D70-303B66212153}"/>
          </ac:spMkLst>
        </pc:spChg>
        <pc:picChg chg="add mod">
          <ac:chgData name="Yeshwanth Raghavendar R" userId="338f87f1f8dae2b9" providerId="LiveId" clId="{6F482CD6-3FBD-4A8D-84CE-D6775DB6D46B}" dt="2023-11-16T04:49:03.570" v="32"/>
          <ac:picMkLst>
            <pc:docMk/>
            <pc:sldMk cId="3185657204" sldId="259"/>
            <ac:picMk id="10" creationId="{A59F7FB7-E0BD-27E7-39DE-F594ADFE440C}"/>
          </ac:picMkLst>
        </pc:picChg>
      </pc:sldChg>
      <pc:sldChg chg="addSp delSp modSp mod">
        <pc:chgData name="Yeshwanth Raghavendar R" userId="338f87f1f8dae2b9" providerId="LiveId" clId="{6F482CD6-3FBD-4A8D-84CE-D6775DB6D46B}" dt="2023-11-16T04:51:45.935" v="61"/>
        <pc:sldMkLst>
          <pc:docMk/>
          <pc:sldMk cId="2783712768" sldId="262"/>
        </pc:sldMkLst>
        <pc:spChg chg="del">
          <ac:chgData name="Yeshwanth Raghavendar R" userId="338f87f1f8dae2b9" providerId="LiveId" clId="{6F482CD6-3FBD-4A8D-84CE-D6775DB6D46B}" dt="2023-11-16T04:47:07.387" v="8"/>
          <ac:spMkLst>
            <pc:docMk/>
            <pc:sldMk cId="2783712768" sldId="262"/>
            <ac:spMk id="3" creationId="{ED5ECEE3-26D5-649C-F4E8-974FAE7FC1E0}"/>
          </ac:spMkLst>
        </pc:spChg>
        <pc:spChg chg="del mod">
          <ac:chgData name="Yeshwanth Raghavendar R" userId="338f87f1f8dae2b9" providerId="LiveId" clId="{6F482CD6-3FBD-4A8D-84CE-D6775DB6D46B}" dt="2023-11-16T04:51:45.156" v="60" actId="478"/>
          <ac:spMkLst>
            <pc:docMk/>
            <pc:sldMk cId="2783712768" sldId="262"/>
            <ac:spMk id="6" creationId="{4ED7BFB7-09B1-0E3C-1719-76F9C9E3202F}"/>
          </ac:spMkLst>
        </pc:spChg>
        <pc:spChg chg="add mod">
          <ac:chgData name="Yeshwanth Raghavendar R" userId="338f87f1f8dae2b9" providerId="LiveId" clId="{6F482CD6-3FBD-4A8D-84CE-D6775DB6D46B}" dt="2023-11-16T04:51:45.935" v="61"/>
          <ac:spMkLst>
            <pc:docMk/>
            <pc:sldMk cId="2783712768" sldId="262"/>
            <ac:spMk id="11" creationId="{E5694EA3-F760-933F-E571-470BD92521B9}"/>
          </ac:spMkLst>
        </pc:spChg>
        <pc:picChg chg="ord">
          <ac:chgData name="Yeshwanth Raghavendar R" userId="338f87f1f8dae2b9" providerId="LiveId" clId="{6F482CD6-3FBD-4A8D-84CE-D6775DB6D46B}" dt="2023-11-16T04:47:12.485" v="9" actId="167"/>
          <ac:picMkLst>
            <pc:docMk/>
            <pc:sldMk cId="2783712768" sldId="262"/>
            <ac:picMk id="4" creationId="{C0E09758-34B3-5930-D41C-8C6673D383C7}"/>
          </ac:picMkLst>
        </pc:picChg>
        <pc:picChg chg="add mod">
          <ac:chgData name="Yeshwanth Raghavendar R" userId="338f87f1f8dae2b9" providerId="LiveId" clId="{6F482CD6-3FBD-4A8D-84CE-D6775DB6D46B}" dt="2023-11-16T04:48:05.730" v="22" actId="14100"/>
          <ac:picMkLst>
            <pc:docMk/>
            <pc:sldMk cId="2783712768" sldId="262"/>
            <ac:picMk id="8" creationId="{CE2DCC3D-5583-293B-592F-5FA7C7E47754}"/>
          </ac:picMkLst>
        </pc:picChg>
        <pc:picChg chg="add mod ord modCrop">
          <ac:chgData name="Yeshwanth Raghavendar R" userId="338f87f1f8dae2b9" providerId="LiveId" clId="{6F482CD6-3FBD-4A8D-84CE-D6775DB6D46B}" dt="2023-11-16T04:48:31.368" v="30" actId="14100"/>
          <ac:picMkLst>
            <pc:docMk/>
            <pc:sldMk cId="2783712768" sldId="262"/>
            <ac:picMk id="10" creationId="{5E1C665E-B875-8488-57FA-215A61D97088}"/>
          </ac:picMkLst>
        </pc:picChg>
      </pc:sldChg>
      <pc:sldChg chg="addSp delSp modSp mod">
        <pc:chgData name="Yeshwanth Raghavendar R" userId="338f87f1f8dae2b9" providerId="LiveId" clId="{6F482CD6-3FBD-4A8D-84CE-D6775DB6D46B}" dt="2023-11-16T04:51:52.648" v="63"/>
        <pc:sldMkLst>
          <pc:docMk/>
          <pc:sldMk cId="1745085894" sldId="263"/>
        </pc:sldMkLst>
        <pc:spChg chg="add mod">
          <ac:chgData name="Yeshwanth Raghavendar R" userId="338f87f1f8dae2b9" providerId="LiveId" clId="{6F482CD6-3FBD-4A8D-84CE-D6775DB6D46B}" dt="2023-11-16T04:51:52.648" v="63"/>
          <ac:spMkLst>
            <pc:docMk/>
            <pc:sldMk cId="1745085894" sldId="263"/>
            <ac:spMk id="5" creationId="{BB96A72C-233A-F2C2-9AC6-6F2D64898633}"/>
          </ac:spMkLst>
        </pc:spChg>
        <pc:spChg chg="del">
          <ac:chgData name="Yeshwanth Raghavendar R" userId="338f87f1f8dae2b9" providerId="LiveId" clId="{6F482CD6-3FBD-4A8D-84CE-D6775DB6D46B}" dt="2023-11-16T04:51:51.597" v="62" actId="478"/>
          <ac:spMkLst>
            <pc:docMk/>
            <pc:sldMk cId="1745085894" sldId="263"/>
            <ac:spMk id="9" creationId="{EF1D7ECF-341A-0595-9D70-303B66212153}"/>
          </ac:spMkLst>
        </pc:spChg>
        <pc:picChg chg="add mod ord">
          <ac:chgData name="Yeshwanth Raghavendar R" userId="338f87f1f8dae2b9" providerId="LiveId" clId="{6F482CD6-3FBD-4A8D-84CE-D6775DB6D46B}" dt="2023-11-16T04:46:52.183" v="7" actId="171"/>
          <ac:picMkLst>
            <pc:docMk/>
            <pc:sldMk cId="1745085894" sldId="263"/>
            <ac:picMk id="3" creationId="{D90382E7-5169-8D88-A358-1EBCD16EA56D}"/>
          </ac:picMkLst>
        </pc:picChg>
      </pc:sldChg>
      <pc:sldChg chg="addSp delSp modSp mod">
        <pc:chgData name="Yeshwanth Raghavendar R" userId="338f87f1f8dae2b9" providerId="LiveId" clId="{6F482CD6-3FBD-4A8D-84CE-D6775DB6D46B}" dt="2023-11-16T04:52:22.124" v="67" actId="1076"/>
        <pc:sldMkLst>
          <pc:docMk/>
          <pc:sldMk cId="290569154" sldId="264"/>
        </pc:sldMkLst>
        <pc:spChg chg="del">
          <ac:chgData name="Yeshwanth Raghavendar R" userId="338f87f1f8dae2b9" providerId="LiveId" clId="{6F482CD6-3FBD-4A8D-84CE-D6775DB6D46B}" dt="2023-11-16T04:49:40.806" v="35"/>
          <ac:spMkLst>
            <pc:docMk/>
            <pc:sldMk cId="290569154" sldId="264"/>
            <ac:spMk id="3" creationId="{1ED155A1-820F-E5D1-F781-C844EF3659DA}"/>
          </ac:spMkLst>
        </pc:spChg>
        <pc:spChg chg="mod">
          <ac:chgData name="Yeshwanth Raghavendar R" userId="338f87f1f8dae2b9" providerId="LiveId" clId="{6F482CD6-3FBD-4A8D-84CE-D6775DB6D46B}" dt="2023-11-16T04:50:49.368" v="54" actId="1076"/>
          <ac:spMkLst>
            <pc:docMk/>
            <pc:sldMk cId="290569154" sldId="264"/>
            <ac:spMk id="5" creationId="{B8AB3662-7E2A-9783-BD5E-E31CE0ED0E65}"/>
          </ac:spMkLst>
        </pc:spChg>
        <pc:picChg chg="mod ord">
          <ac:chgData name="Yeshwanth Raghavendar R" userId="338f87f1f8dae2b9" providerId="LiveId" clId="{6F482CD6-3FBD-4A8D-84CE-D6775DB6D46B}" dt="2023-11-16T04:49:46.580" v="38" actId="167"/>
          <ac:picMkLst>
            <pc:docMk/>
            <pc:sldMk cId="290569154" sldId="264"/>
            <ac:picMk id="4" creationId="{DB2FAF43-60FF-F980-86BE-400EAE12F3B8}"/>
          </ac:picMkLst>
        </pc:picChg>
        <pc:picChg chg="add mod">
          <ac:chgData name="Yeshwanth Raghavendar R" userId="338f87f1f8dae2b9" providerId="LiveId" clId="{6F482CD6-3FBD-4A8D-84CE-D6775DB6D46B}" dt="2023-11-16T04:52:22.124" v="67" actId="1076"/>
          <ac:picMkLst>
            <pc:docMk/>
            <pc:sldMk cId="290569154" sldId="264"/>
            <ac:picMk id="7" creationId="{270FDC09-642E-3ECD-161F-AE85FBF0D151}"/>
          </ac:picMkLst>
        </pc:picChg>
        <pc:picChg chg="add mod ord">
          <ac:chgData name="Yeshwanth Raghavendar R" userId="338f87f1f8dae2b9" providerId="LiveId" clId="{6F482CD6-3FBD-4A8D-84CE-D6775DB6D46B}" dt="2023-11-16T04:51:36.150" v="59" actId="14100"/>
          <ac:picMkLst>
            <pc:docMk/>
            <pc:sldMk cId="290569154" sldId="264"/>
            <ac:picMk id="8" creationId="{4706BCAC-6D5A-384D-BF28-E16D0B453047}"/>
          </ac:picMkLst>
        </pc:picChg>
      </pc:sldChg>
      <pc:sldChg chg="addSp delSp modSp mod">
        <pc:chgData name="Yeshwanth Raghavendar R" userId="338f87f1f8dae2b9" providerId="LiveId" clId="{6F482CD6-3FBD-4A8D-84CE-D6775DB6D46B}" dt="2023-11-16T05:08:00.920" v="79" actId="1076"/>
        <pc:sldMkLst>
          <pc:docMk/>
          <pc:sldMk cId="2189238600" sldId="265"/>
        </pc:sldMkLst>
        <pc:picChg chg="mod">
          <ac:chgData name="Yeshwanth Raghavendar R" userId="338f87f1f8dae2b9" providerId="LiveId" clId="{6F482CD6-3FBD-4A8D-84CE-D6775DB6D46B}" dt="2023-11-16T04:17:46.507" v="1" actId="1076"/>
          <ac:picMkLst>
            <pc:docMk/>
            <pc:sldMk cId="2189238600" sldId="265"/>
            <ac:picMk id="5" creationId="{F9E761C0-A7BB-1A41-1B63-AF9F5879FAB7}"/>
          </ac:picMkLst>
        </pc:picChg>
        <pc:picChg chg="add mod">
          <ac:chgData name="Yeshwanth Raghavendar R" userId="338f87f1f8dae2b9" providerId="LiveId" clId="{6F482CD6-3FBD-4A8D-84CE-D6775DB6D46B}" dt="2023-11-16T05:06:13.368" v="70" actId="1076"/>
          <ac:picMkLst>
            <pc:docMk/>
            <pc:sldMk cId="2189238600" sldId="265"/>
            <ac:picMk id="9" creationId="{9D3AEEE4-4A5D-96DA-F0C2-4F9C2306442F}"/>
          </ac:picMkLst>
        </pc:picChg>
        <pc:picChg chg="add del mod">
          <ac:chgData name="Yeshwanth Raghavendar R" userId="338f87f1f8dae2b9" providerId="LiveId" clId="{6F482CD6-3FBD-4A8D-84CE-D6775DB6D46B}" dt="2023-11-16T05:07:49.114" v="74" actId="478"/>
          <ac:picMkLst>
            <pc:docMk/>
            <pc:sldMk cId="2189238600" sldId="265"/>
            <ac:picMk id="11" creationId="{87455C79-FE85-AFEA-A6E6-7F99BCE1079E}"/>
          </ac:picMkLst>
        </pc:picChg>
        <pc:picChg chg="add mod">
          <ac:chgData name="Yeshwanth Raghavendar R" userId="338f87f1f8dae2b9" providerId="LiveId" clId="{6F482CD6-3FBD-4A8D-84CE-D6775DB6D46B}" dt="2023-11-16T05:08:00.920" v="79" actId="1076"/>
          <ac:picMkLst>
            <pc:docMk/>
            <pc:sldMk cId="2189238600" sldId="265"/>
            <ac:picMk id="15" creationId="{9DDA30D7-A7B7-8B02-02A2-53C38C926EA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859AD2-FFDD-4500-89E4-3DCC5B8A75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2ACFF9-A02F-4B3E-AA9A-A47334616474}">
      <dgm:prSet/>
      <dgm:spPr/>
      <dgm:t>
        <a:bodyPr/>
        <a:lstStyle/>
        <a:p>
          <a:r>
            <a:rPr lang="en-US" b="1" i="0" u="sng"/>
            <a:t>Fairness</a:t>
          </a:r>
          <a:r>
            <a:rPr lang="en-US" b="1" i="0"/>
            <a:t>:</a:t>
          </a:r>
          <a:r>
            <a:rPr lang="en-US" b="0" i="0"/>
            <a:t>  Round-robin ensures fairness among processes by providing each process with an equal share of CPU time in a cyclic manner. This prevents a single task from monopolizing the CPU for an extended period, ensuring that all tasks get a chance to execute.</a:t>
          </a:r>
          <a:endParaRPr lang="en-US"/>
        </a:p>
      </dgm:t>
    </dgm:pt>
    <dgm:pt modelId="{EE0A1804-3241-48CC-ADD6-1725537900AD}" type="parTrans" cxnId="{7B92E998-C5C4-4DC9-88DF-F4BD58BA8203}">
      <dgm:prSet/>
      <dgm:spPr/>
      <dgm:t>
        <a:bodyPr/>
        <a:lstStyle/>
        <a:p>
          <a:endParaRPr lang="en-US"/>
        </a:p>
      </dgm:t>
    </dgm:pt>
    <dgm:pt modelId="{C6751338-BB2E-4579-9081-2DE7EB97FBD7}" type="sibTrans" cxnId="{7B92E998-C5C4-4DC9-88DF-F4BD58BA8203}">
      <dgm:prSet/>
      <dgm:spPr/>
      <dgm:t>
        <a:bodyPr/>
        <a:lstStyle/>
        <a:p>
          <a:endParaRPr lang="en-US"/>
        </a:p>
      </dgm:t>
    </dgm:pt>
    <dgm:pt modelId="{CDEF90F1-E378-4A45-9FA8-D776B8D69A0D}">
      <dgm:prSet/>
      <dgm:spPr/>
      <dgm:t>
        <a:bodyPr/>
        <a:lstStyle/>
        <a:p>
          <a:r>
            <a:rPr lang="en-US" b="1" i="0" u="sng"/>
            <a:t>Prevention of Starvation</a:t>
          </a:r>
          <a:r>
            <a:rPr lang="en-US" b="1" i="0"/>
            <a:t>:</a:t>
          </a:r>
          <a:r>
            <a:rPr lang="en-US" b="0" i="0"/>
            <a:t> By allowing tasks to execute in a time-sliced manner, round-robin prevents any particular task from being indefinitely delayed or starved of CPU time.</a:t>
          </a:r>
          <a:endParaRPr lang="en-US"/>
        </a:p>
      </dgm:t>
    </dgm:pt>
    <dgm:pt modelId="{8ECBC660-5DA7-4627-AE60-9D9C78FD4EBA}" type="parTrans" cxnId="{39662B50-8319-4432-9391-8E043241F1D2}">
      <dgm:prSet/>
      <dgm:spPr/>
      <dgm:t>
        <a:bodyPr/>
        <a:lstStyle/>
        <a:p>
          <a:endParaRPr lang="en-US"/>
        </a:p>
      </dgm:t>
    </dgm:pt>
    <dgm:pt modelId="{8020D09A-0AD1-437D-9F26-E5CBEEE289A1}" type="sibTrans" cxnId="{39662B50-8319-4432-9391-8E043241F1D2}">
      <dgm:prSet/>
      <dgm:spPr/>
      <dgm:t>
        <a:bodyPr/>
        <a:lstStyle/>
        <a:p>
          <a:endParaRPr lang="en-US"/>
        </a:p>
      </dgm:t>
    </dgm:pt>
    <dgm:pt modelId="{22A8A545-A843-4154-99D2-D4E14C22C827}">
      <dgm:prSet/>
      <dgm:spPr/>
      <dgm:t>
        <a:bodyPr/>
        <a:lstStyle/>
        <a:p>
          <a:r>
            <a:rPr lang="en-US" b="1" i="0" u="sng"/>
            <a:t>Simplicity</a:t>
          </a:r>
          <a:r>
            <a:rPr lang="en-US" b="1" i="0"/>
            <a:t>:</a:t>
          </a:r>
          <a:r>
            <a:rPr lang="en-US" b="0" i="0"/>
            <a:t> The round-robin algorithm is relatively easy to implement and understand, making it suitable for demonstration and educational purposes.</a:t>
          </a:r>
          <a:endParaRPr lang="en-US"/>
        </a:p>
      </dgm:t>
    </dgm:pt>
    <dgm:pt modelId="{A21E381E-3B14-48EE-B933-CD82E2A5D5A4}" type="parTrans" cxnId="{0A1B4648-3469-4FFC-8C7C-6E8BA5EED2EC}">
      <dgm:prSet/>
      <dgm:spPr/>
      <dgm:t>
        <a:bodyPr/>
        <a:lstStyle/>
        <a:p>
          <a:endParaRPr lang="en-US"/>
        </a:p>
      </dgm:t>
    </dgm:pt>
    <dgm:pt modelId="{04E90EC4-3243-4824-AED0-E69FE4F780D2}" type="sibTrans" cxnId="{0A1B4648-3469-4FFC-8C7C-6E8BA5EED2EC}">
      <dgm:prSet/>
      <dgm:spPr/>
      <dgm:t>
        <a:bodyPr/>
        <a:lstStyle/>
        <a:p>
          <a:endParaRPr lang="en-US"/>
        </a:p>
      </dgm:t>
    </dgm:pt>
    <dgm:pt modelId="{266642F6-0698-46CD-BAA0-290C22518EC7}">
      <dgm:prSet/>
      <dgm:spPr/>
      <dgm:t>
        <a:bodyPr/>
        <a:lstStyle/>
        <a:p>
          <a:r>
            <a:rPr lang="en-US" b="1" i="0" u="sng"/>
            <a:t>Reasonable Performance</a:t>
          </a:r>
          <a:r>
            <a:rPr lang="en-US" b="1" i="0"/>
            <a:t>:</a:t>
          </a:r>
          <a:r>
            <a:rPr lang="en-US" b="0" i="0"/>
            <a:t> For many general-purpose scenarios, round-robin provides reasonable performance in terms of response time and throughput.</a:t>
          </a:r>
          <a:endParaRPr lang="en-US"/>
        </a:p>
      </dgm:t>
    </dgm:pt>
    <dgm:pt modelId="{1FD77B22-51D4-4B22-998F-C16EB417DFA2}" type="parTrans" cxnId="{4FEACD97-A713-478D-B5A5-B48A5F53ADB4}">
      <dgm:prSet/>
      <dgm:spPr/>
      <dgm:t>
        <a:bodyPr/>
        <a:lstStyle/>
        <a:p>
          <a:endParaRPr lang="en-US"/>
        </a:p>
      </dgm:t>
    </dgm:pt>
    <dgm:pt modelId="{4E20768C-7E70-479F-9CF8-6942F1F3CCFC}" type="sibTrans" cxnId="{4FEACD97-A713-478D-B5A5-B48A5F53ADB4}">
      <dgm:prSet/>
      <dgm:spPr/>
      <dgm:t>
        <a:bodyPr/>
        <a:lstStyle/>
        <a:p>
          <a:endParaRPr lang="en-US"/>
        </a:p>
      </dgm:t>
    </dgm:pt>
    <dgm:pt modelId="{355C55D8-046A-42C1-BFCF-48B816D44EE9}">
      <dgm:prSet/>
      <dgm:spPr/>
      <dgm:t>
        <a:bodyPr/>
        <a:lstStyle/>
        <a:p>
          <a:r>
            <a:rPr lang="en-US" b="1" i="0" u="sng"/>
            <a:t>Predictability</a:t>
          </a:r>
          <a:r>
            <a:rPr lang="en-US" b="1" i="0"/>
            <a:t>:</a:t>
          </a:r>
          <a:r>
            <a:rPr lang="en-US" b="0" i="0"/>
            <a:t> Round-robin scheduling has predictable behavior, making it easier to simulate and analyze in programs like the Task Scheduler application. </a:t>
          </a:r>
          <a:endParaRPr lang="en-US"/>
        </a:p>
      </dgm:t>
    </dgm:pt>
    <dgm:pt modelId="{72DF589B-6C2C-49C4-90FF-AC0164971206}" type="parTrans" cxnId="{8597D98C-8791-47AE-B164-CF58AB409C0B}">
      <dgm:prSet/>
      <dgm:spPr/>
      <dgm:t>
        <a:bodyPr/>
        <a:lstStyle/>
        <a:p>
          <a:endParaRPr lang="en-US"/>
        </a:p>
      </dgm:t>
    </dgm:pt>
    <dgm:pt modelId="{5AD68AA0-7194-44A2-A8D4-FC25506D4B53}" type="sibTrans" cxnId="{8597D98C-8791-47AE-B164-CF58AB409C0B}">
      <dgm:prSet/>
      <dgm:spPr/>
      <dgm:t>
        <a:bodyPr/>
        <a:lstStyle/>
        <a:p>
          <a:endParaRPr lang="en-US"/>
        </a:p>
      </dgm:t>
    </dgm:pt>
    <dgm:pt modelId="{817CF12A-5205-47A8-A775-53632C0C0886}" type="pres">
      <dgm:prSet presAssocID="{8E859AD2-FFDD-4500-89E4-3DCC5B8A75A6}" presName="linear" presStyleCnt="0">
        <dgm:presLayoutVars>
          <dgm:animLvl val="lvl"/>
          <dgm:resizeHandles val="exact"/>
        </dgm:presLayoutVars>
      </dgm:prSet>
      <dgm:spPr/>
    </dgm:pt>
    <dgm:pt modelId="{E7707921-8474-469D-841B-B2D62BF0A4D9}" type="pres">
      <dgm:prSet presAssocID="{902ACFF9-A02F-4B3E-AA9A-A473346164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A0E2E42-4E6B-4C4B-9B9B-C7EC0854BC1B}" type="pres">
      <dgm:prSet presAssocID="{C6751338-BB2E-4579-9081-2DE7EB97FBD7}" presName="spacer" presStyleCnt="0"/>
      <dgm:spPr/>
    </dgm:pt>
    <dgm:pt modelId="{44222A07-E206-44E1-A202-17E904B4C850}" type="pres">
      <dgm:prSet presAssocID="{CDEF90F1-E378-4A45-9FA8-D776B8D69A0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10F564-E162-4804-9C66-CA237D2D0677}" type="pres">
      <dgm:prSet presAssocID="{8020D09A-0AD1-437D-9F26-E5CBEEE289A1}" presName="spacer" presStyleCnt="0"/>
      <dgm:spPr/>
    </dgm:pt>
    <dgm:pt modelId="{401B5C19-9684-4EC9-92FA-FF18C948B591}" type="pres">
      <dgm:prSet presAssocID="{22A8A545-A843-4154-99D2-D4E14C22C82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CF921F1-3D57-4109-AC17-86134364CAC4}" type="pres">
      <dgm:prSet presAssocID="{04E90EC4-3243-4824-AED0-E69FE4F780D2}" presName="spacer" presStyleCnt="0"/>
      <dgm:spPr/>
    </dgm:pt>
    <dgm:pt modelId="{C908BDE5-8B3C-43F2-AC60-9243875F43AC}" type="pres">
      <dgm:prSet presAssocID="{266642F6-0698-46CD-BAA0-290C22518EC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1C5A53-8BF5-4C1F-8B63-318DA6D442D9}" type="pres">
      <dgm:prSet presAssocID="{4E20768C-7E70-479F-9CF8-6942F1F3CCFC}" presName="spacer" presStyleCnt="0"/>
      <dgm:spPr/>
    </dgm:pt>
    <dgm:pt modelId="{00B3D135-99B4-405D-87ED-B3CAF34A97AE}" type="pres">
      <dgm:prSet presAssocID="{355C55D8-046A-42C1-BFCF-48B816D44EE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0305744-75AA-4D7E-8419-B4983048732A}" type="presOf" srcId="{355C55D8-046A-42C1-BFCF-48B816D44EE9}" destId="{00B3D135-99B4-405D-87ED-B3CAF34A97AE}" srcOrd="0" destOrd="0" presId="urn:microsoft.com/office/officeart/2005/8/layout/vList2"/>
    <dgm:cxn modelId="{0A1B4648-3469-4FFC-8C7C-6E8BA5EED2EC}" srcId="{8E859AD2-FFDD-4500-89E4-3DCC5B8A75A6}" destId="{22A8A545-A843-4154-99D2-D4E14C22C827}" srcOrd="2" destOrd="0" parTransId="{A21E381E-3B14-48EE-B933-CD82E2A5D5A4}" sibTransId="{04E90EC4-3243-4824-AED0-E69FE4F780D2}"/>
    <dgm:cxn modelId="{99DA766B-530E-4720-AA96-D3422C83DF36}" type="presOf" srcId="{8E859AD2-FFDD-4500-89E4-3DCC5B8A75A6}" destId="{817CF12A-5205-47A8-A775-53632C0C0886}" srcOrd="0" destOrd="0" presId="urn:microsoft.com/office/officeart/2005/8/layout/vList2"/>
    <dgm:cxn modelId="{39662B50-8319-4432-9391-8E043241F1D2}" srcId="{8E859AD2-FFDD-4500-89E4-3DCC5B8A75A6}" destId="{CDEF90F1-E378-4A45-9FA8-D776B8D69A0D}" srcOrd="1" destOrd="0" parTransId="{8ECBC660-5DA7-4627-AE60-9D9C78FD4EBA}" sibTransId="{8020D09A-0AD1-437D-9F26-E5CBEEE289A1}"/>
    <dgm:cxn modelId="{1550A053-AD34-4386-B03A-FF8C0CF1E0F9}" type="presOf" srcId="{266642F6-0698-46CD-BAA0-290C22518EC7}" destId="{C908BDE5-8B3C-43F2-AC60-9243875F43AC}" srcOrd="0" destOrd="0" presId="urn:microsoft.com/office/officeart/2005/8/layout/vList2"/>
    <dgm:cxn modelId="{EA4ACE5A-B064-41F1-A65D-DDB961F0094A}" type="presOf" srcId="{22A8A545-A843-4154-99D2-D4E14C22C827}" destId="{401B5C19-9684-4EC9-92FA-FF18C948B591}" srcOrd="0" destOrd="0" presId="urn:microsoft.com/office/officeart/2005/8/layout/vList2"/>
    <dgm:cxn modelId="{8597D98C-8791-47AE-B164-CF58AB409C0B}" srcId="{8E859AD2-FFDD-4500-89E4-3DCC5B8A75A6}" destId="{355C55D8-046A-42C1-BFCF-48B816D44EE9}" srcOrd="4" destOrd="0" parTransId="{72DF589B-6C2C-49C4-90FF-AC0164971206}" sibTransId="{5AD68AA0-7194-44A2-A8D4-FC25506D4B53}"/>
    <dgm:cxn modelId="{4FEACD97-A713-478D-B5A5-B48A5F53ADB4}" srcId="{8E859AD2-FFDD-4500-89E4-3DCC5B8A75A6}" destId="{266642F6-0698-46CD-BAA0-290C22518EC7}" srcOrd="3" destOrd="0" parTransId="{1FD77B22-51D4-4B22-998F-C16EB417DFA2}" sibTransId="{4E20768C-7E70-479F-9CF8-6942F1F3CCFC}"/>
    <dgm:cxn modelId="{7B92E998-C5C4-4DC9-88DF-F4BD58BA8203}" srcId="{8E859AD2-FFDD-4500-89E4-3DCC5B8A75A6}" destId="{902ACFF9-A02F-4B3E-AA9A-A47334616474}" srcOrd="0" destOrd="0" parTransId="{EE0A1804-3241-48CC-ADD6-1725537900AD}" sibTransId="{C6751338-BB2E-4579-9081-2DE7EB97FBD7}"/>
    <dgm:cxn modelId="{02E337CB-6229-47C8-89C4-C3557FE87675}" type="presOf" srcId="{902ACFF9-A02F-4B3E-AA9A-A47334616474}" destId="{E7707921-8474-469D-841B-B2D62BF0A4D9}" srcOrd="0" destOrd="0" presId="urn:microsoft.com/office/officeart/2005/8/layout/vList2"/>
    <dgm:cxn modelId="{98AD58F5-FBE9-419D-90FA-ECA86902F98D}" type="presOf" srcId="{CDEF90F1-E378-4A45-9FA8-D776B8D69A0D}" destId="{44222A07-E206-44E1-A202-17E904B4C850}" srcOrd="0" destOrd="0" presId="urn:microsoft.com/office/officeart/2005/8/layout/vList2"/>
    <dgm:cxn modelId="{C4B9FD08-A5C5-4339-B681-C11256C68753}" type="presParOf" srcId="{817CF12A-5205-47A8-A775-53632C0C0886}" destId="{E7707921-8474-469D-841B-B2D62BF0A4D9}" srcOrd="0" destOrd="0" presId="urn:microsoft.com/office/officeart/2005/8/layout/vList2"/>
    <dgm:cxn modelId="{FED47A3A-4130-49E7-9FFF-33E488408A26}" type="presParOf" srcId="{817CF12A-5205-47A8-A775-53632C0C0886}" destId="{EA0E2E42-4E6B-4C4B-9B9B-C7EC0854BC1B}" srcOrd="1" destOrd="0" presId="urn:microsoft.com/office/officeart/2005/8/layout/vList2"/>
    <dgm:cxn modelId="{2DB529FF-6849-45D8-9FDE-42E620BDE191}" type="presParOf" srcId="{817CF12A-5205-47A8-A775-53632C0C0886}" destId="{44222A07-E206-44E1-A202-17E904B4C850}" srcOrd="2" destOrd="0" presId="urn:microsoft.com/office/officeart/2005/8/layout/vList2"/>
    <dgm:cxn modelId="{A9BBFF12-5EB2-4A95-938D-DF6B719FC615}" type="presParOf" srcId="{817CF12A-5205-47A8-A775-53632C0C0886}" destId="{A310F564-E162-4804-9C66-CA237D2D0677}" srcOrd="3" destOrd="0" presId="urn:microsoft.com/office/officeart/2005/8/layout/vList2"/>
    <dgm:cxn modelId="{14C9D971-FAD7-4E81-8EF1-A8BDB5ABE907}" type="presParOf" srcId="{817CF12A-5205-47A8-A775-53632C0C0886}" destId="{401B5C19-9684-4EC9-92FA-FF18C948B591}" srcOrd="4" destOrd="0" presId="urn:microsoft.com/office/officeart/2005/8/layout/vList2"/>
    <dgm:cxn modelId="{B38B46B9-5A91-47F0-99C4-814F43D01998}" type="presParOf" srcId="{817CF12A-5205-47A8-A775-53632C0C0886}" destId="{0CF921F1-3D57-4109-AC17-86134364CAC4}" srcOrd="5" destOrd="0" presId="urn:microsoft.com/office/officeart/2005/8/layout/vList2"/>
    <dgm:cxn modelId="{1E93CA36-AD8E-44A1-91C0-F3805E49248E}" type="presParOf" srcId="{817CF12A-5205-47A8-A775-53632C0C0886}" destId="{C908BDE5-8B3C-43F2-AC60-9243875F43AC}" srcOrd="6" destOrd="0" presId="urn:microsoft.com/office/officeart/2005/8/layout/vList2"/>
    <dgm:cxn modelId="{867140F0-2DD3-4D76-BCC7-219C19BFE288}" type="presParOf" srcId="{817CF12A-5205-47A8-A775-53632C0C0886}" destId="{9E1C5A53-8BF5-4C1F-8B63-318DA6D442D9}" srcOrd="7" destOrd="0" presId="urn:microsoft.com/office/officeart/2005/8/layout/vList2"/>
    <dgm:cxn modelId="{B7A3A699-D8CE-4C67-8D6E-B67DB44790AF}" type="presParOf" srcId="{817CF12A-5205-47A8-A775-53632C0C0886}" destId="{00B3D135-99B4-405D-87ED-B3CAF34A97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07921-8474-469D-841B-B2D62BF0A4D9}">
      <dsp:nvSpPr>
        <dsp:cNvPr id="0" name=""/>
        <dsp:cNvSpPr/>
      </dsp:nvSpPr>
      <dsp:spPr>
        <a:xfrm>
          <a:off x="0" y="5295"/>
          <a:ext cx="6900512" cy="10705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sng" kern="1200"/>
            <a:t>Fairness</a:t>
          </a:r>
          <a:r>
            <a:rPr lang="en-US" sz="1500" b="1" i="0" kern="1200"/>
            <a:t>:</a:t>
          </a:r>
          <a:r>
            <a:rPr lang="en-US" sz="1500" b="0" i="0" kern="1200"/>
            <a:t>  Round-robin ensures fairness among processes by providing each process with an equal share of CPU time in a cyclic manner. This prevents a single task from monopolizing the CPU for an extended period, ensuring that all tasks get a chance to execute.</a:t>
          </a:r>
          <a:endParaRPr lang="en-US" sz="1500" kern="1200"/>
        </a:p>
      </dsp:txBody>
      <dsp:txXfrm>
        <a:off x="52260" y="57555"/>
        <a:ext cx="6795992" cy="966030"/>
      </dsp:txXfrm>
    </dsp:sp>
    <dsp:sp modelId="{44222A07-E206-44E1-A202-17E904B4C850}">
      <dsp:nvSpPr>
        <dsp:cNvPr id="0" name=""/>
        <dsp:cNvSpPr/>
      </dsp:nvSpPr>
      <dsp:spPr>
        <a:xfrm>
          <a:off x="0" y="1119045"/>
          <a:ext cx="6900512" cy="107055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sng" kern="1200"/>
            <a:t>Prevention of Starvation</a:t>
          </a:r>
          <a:r>
            <a:rPr lang="en-US" sz="1500" b="1" i="0" kern="1200"/>
            <a:t>:</a:t>
          </a:r>
          <a:r>
            <a:rPr lang="en-US" sz="1500" b="0" i="0" kern="1200"/>
            <a:t> By allowing tasks to execute in a time-sliced manner, round-robin prevents any particular task from being indefinitely delayed or starved of CPU time.</a:t>
          </a:r>
          <a:endParaRPr lang="en-US" sz="1500" kern="1200"/>
        </a:p>
      </dsp:txBody>
      <dsp:txXfrm>
        <a:off x="52260" y="1171305"/>
        <a:ext cx="6795992" cy="966030"/>
      </dsp:txXfrm>
    </dsp:sp>
    <dsp:sp modelId="{401B5C19-9684-4EC9-92FA-FF18C948B591}">
      <dsp:nvSpPr>
        <dsp:cNvPr id="0" name=""/>
        <dsp:cNvSpPr/>
      </dsp:nvSpPr>
      <dsp:spPr>
        <a:xfrm>
          <a:off x="0" y="2232795"/>
          <a:ext cx="6900512" cy="107055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sng" kern="1200"/>
            <a:t>Simplicity</a:t>
          </a:r>
          <a:r>
            <a:rPr lang="en-US" sz="1500" b="1" i="0" kern="1200"/>
            <a:t>:</a:t>
          </a:r>
          <a:r>
            <a:rPr lang="en-US" sz="1500" b="0" i="0" kern="1200"/>
            <a:t> The round-robin algorithm is relatively easy to implement and understand, making it suitable for demonstration and educational purposes.</a:t>
          </a:r>
          <a:endParaRPr lang="en-US" sz="1500" kern="1200"/>
        </a:p>
      </dsp:txBody>
      <dsp:txXfrm>
        <a:off x="52260" y="2285055"/>
        <a:ext cx="6795992" cy="966030"/>
      </dsp:txXfrm>
    </dsp:sp>
    <dsp:sp modelId="{C908BDE5-8B3C-43F2-AC60-9243875F43AC}">
      <dsp:nvSpPr>
        <dsp:cNvPr id="0" name=""/>
        <dsp:cNvSpPr/>
      </dsp:nvSpPr>
      <dsp:spPr>
        <a:xfrm>
          <a:off x="0" y="3346545"/>
          <a:ext cx="6900512" cy="107055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sng" kern="1200"/>
            <a:t>Reasonable Performance</a:t>
          </a:r>
          <a:r>
            <a:rPr lang="en-US" sz="1500" b="1" i="0" kern="1200"/>
            <a:t>:</a:t>
          </a:r>
          <a:r>
            <a:rPr lang="en-US" sz="1500" b="0" i="0" kern="1200"/>
            <a:t> For many general-purpose scenarios, round-robin provides reasonable performance in terms of response time and throughput.</a:t>
          </a:r>
          <a:endParaRPr lang="en-US" sz="1500" kern="1200"/>
        </a:p>
      </dsp:txBody>
      <dsp:txXfrm>
        <a:off x="52260" y="3398805"/>
        <a:ext cx="6795992" cy="966030"/>
      </dsp:txXfrm>
    </dsp:sp>
    <dsp:sp modelId="{00B3D135-99B4-405D-87ED-B3CAF34A97AE}">
      <dsp:nvSpPr>
        <dsp:cNvPr id="0" name=""/>
        <dsp:cNvSpPr/>
      </dsp:nvSpPr>
      <dsp:spPr>
        <a:xfrm>
          <a:off x="0" y="4460295"/>
          <a:ext cx="6900512" cy="107055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sng" kern="1200"/>
            <a:t>Predictability</a:t>
          </a:r>
          <a:r>
            <a:rPr lang="en-US" sz="1500" b="1" i="0" kern="1200"/>
            <a:t>:</a:t>
          </a:r>
          <a:r>
            <a:rPr lang="en-US" sz="1500" b="0" i="0" kern="1200"/>
            <a:t> Round-robin scheduling has predictable behavior, making it easier to simulate and analyze in programs like the Task Scheduler application. </a:t>
          </a:r>
          <a:endParaRPr lang="en-US" sz="1500" kern="1200"/>
        </a:p>
      </dsp:txBody>
      <dsp:txXfrm>
        <a:off x="52260" y="4512555"/>
        <a:ext cx="6795992" cy="966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B815-41B7-2A0D-B2A3-3EA9B907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D8C2A-AF86-7DE9-B97C-D4E09CECD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76DF-A0CC-2D5F-FEED-ED81D9FF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EAE6C-B74A-5562-27D5-02FABA3B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D3F2-1BB9-EA0E-0ABE-D3850C62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8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4165-3D4D-F810-42A1-D8FE0F9E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4C72-52A2-65BE-1CD6-AA88F5AF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BF14-58DE-5093-D680-C83FA722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426C-1320-EC88-3796-7BF009C8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5024D-3C2B-1961-3DD0-117C8375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53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BEE4-2D64-7A26-6494-AED465B8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EE09-273B-DF23-2630-18A0DBF94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DEE5-5D3A-FFC4-0502-16FB961B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1DCF1-434B-FF14-176A-C5E46013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15EF-1CFB-8120-590C-B63F2670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88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1B42-6117-50B2-48A7-94B80F9A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2E5B-0451-FB9F-43FF-D4C0E53B9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84B25-A405-7DB8-546E-C27FBBCB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00379-8EB6-F834-1BE8-66061385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1A433-354C-5784-7850-7CE1E0E1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31CC0-2127-8D00-149C-E2E8AD9D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90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62CD-94B4-A2E5-708D-1950BDAD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023BA-5948-EEC5-FB94-302D4479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80BA1-2385-19B5-17A4-3D9F5BB32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C2B2A-4D2A-9392-C67A-B2D1CE932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D6C4A-C88F-C6D6-506F-5C52DA763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35F4A-A60F-D2EB-83F4-3822DD1B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A4C1E0-CB89-8FD7-A396-CE10CB87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C3744-9048-0D25-C017-FD2D8E34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22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5DAA-533F-82CE-1056-44B5A7AA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A7A5-F685-C6AD-2D06-3F679A03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18B11-7DFB-3978-E6CC-FE40A8EC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B2E3D-045C-7292-C20B-91353A0F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58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A89C6-BAD7-AEF4-592E-AC5B68FC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6315F-C69A-131B-62C5-852AFA90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3E5C5-3659-1E24-AEDD-0B6943F8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3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1D76-DF82-7705-F4C2-AFE3B979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F3E7-9B46-235E-E722-F142F325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EC350-79AA-679B-5257-346417B40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434D7-6D02-29D0-3676-358E2045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291A0-7E1F-9FD8-DD23-9BDEBB13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75A99-91AE-6F7B-1320-F2F858B4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15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E76D-6DD1-E325-BB6F-177E778D3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ACF90-049D-ECAA-BF38-94A57C91F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8975B-C448-514D-1823-43871A560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170CC-F925-54BE-8E22-2A1883FD1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D9DC6-F0E8-0151-58C3-BF96F536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4A013-2352-1518-03F4-4B970C35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93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31FB-AE04-F308-BA2D-F652B745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A2D9C-CDA7-5B42-9026-B4873FCA8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08B2-9B4C-367C-7BF7-BE87B1C7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8E7FC-2845-3AA2-5CAD-0A2C6F91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408C9-994C-5F43-BB85-D78B0C04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1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48CF6-21AD-B6D7-E672-CCECA1477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0C9A6-3F62-D14D-5391-48ED7D728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E6A48-F366-A35F-4719-2335DC9A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4DB6-9018-EBBA-22A1-90161388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CBE4F-048A-DE53-98F1-A0D8E4CA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3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A5874-A8ED-8915-64D3-859C9030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9F264-769B-CE02-F37D-A1A18D9E6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EF7A-A7CF-0461-3A5E-A82D73AB8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3EC3D-D4C0-4E6B-8BB8-EC10B201AAAC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F92C-AD0F-C799-FC3C-9D47E4CD2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B9909-2C82-4F71-8A9A-BE76E6A52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4C09C-7610-4D8D-9375-8F8B09A236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1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vateinternetaccess.com/blog/how-to-choose-an-operating-system-for-maximum-privacy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vateinternetaccess.com/blog/how-to-choose-an-operating-system-for-maximum-privacy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722E-91ED-7DA8-8787-6886DF065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509" y="1177920"/>
            <a:ext cx="4588528" cy="2274931"/>
          </a:xfrm>
        </p:spPr>
        <p:txBody>
          <a:bodyPr/>
          <a:lstStyle/>
          <a:p>
            <a:r>
              <a:rPr lang="en-IN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OS Task Manager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18004-FBD1-810E-3392-D37593B4F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6576" y="3583702"/>
            <a:ext cx="5414699" cy="939188"/>
          </a:xfrm>
        </p:spPr>
        <p:txBody>
          <a:bodyPr>
            <a:normAutofit/>
          </a:bodyPr>
          <a:lstStyle/>
          <a:p>
            <a:r>
              <a:rPr lang="en-US" sz="2800" dirty="0"/>
              <a:t>with Round Robin Scheduling and Visualization Techniques</a:t>
            </a:r>
            <a:endParaRPr lang="en-IN" sz="28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7757AF-394E-2874-51DE-88C4ABAB714B}"/>
              </a:ext>
            </a:extLst>
          </p:cNvPr>
          <p:cNvGrpSpPr/>
          <p:nvPr/>
        </p:nvGrpSpPr>
        <p:grpSpPr>
          <a:xfrm>
            <a:off x="4927836" y="-2160501"/>
            <a:ext cx="8491991" cy="13009069"/>
            <a:chOff x="4927836" y="-2160501"/>
            <a:chExt cx="8491991" cy="13009069"/>
          </a:xfr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</p:grpSpPr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781061AF-1036-00F4-6613-B585F398632E}"/>
                </a:ext>
              </a:extLst>
            </p:cNvPr>
            <p:cNvSpPr/>
            <p:nvPr/>
          </p:nvSpPr>
          <p:spPr>
            <a:xfrm rot="5400000">
              <a:off x="4823242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A8708BE-B592-A94E-B9C9-C2563342E3D3}"/>
                </a:ext>
              </a:extLst>
            </p:cNvPr>
            <p:cNvSpPr/>
            <p:nvPr/>
          </p:nvSpPr>
          <p:spPr>
            <a:xfrm rot="5400000">
              <a:off x="7278896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0DD19013-F6E7-BC4B-8B44-5EFA0DAF2AC9}"/>
                </a:ext>
              </a:extLst>
            </p:cNvPr>
            <p:cNvSpPr/>
            <p:nvPr/>
          </p:nvSpPr>
          <p:spPr>
            <a:xfrm rot="5400000">
              <a:off x="9734550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E75357D3-0220-9753-0014-6993EF857496}"/>
                </a:ext>
              </a:extLst>
            </p:cNvPr>
            <p:cNvSpPr/>
            <p:nvPr/>
          </p:nvSpPr>
          <p:spPr>
            <a:xfrm rot="5400000">
              <a:off x="6079319" y="149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C1E68047-DB30-A507-1195-6CB71918F47E}"/>
                </a:ext>
              </a:extLst>
            </p:cNvPr>
            <p:cNvSpPr/>
            <p:nvPr/>
          </p:nvSpPr>
          <p:spPr>
            <a:xfrm rot="5400000">
              <a:off x="8506723" y="1494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20CDE2F2-1EDA-EC07-55EE-2DEEB8994A66}"/>
                </a:ext>
              </a:extLst>
            </p:cNvPr>
            <p:cNvSpPr/>
            <p:nvPr/>
          </p:nvSpPr>
          <p:spPr>
            <a:xfrm rot="5400000">
              <a:off x="10962377" y="1493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E9E76575-03FF-FC1E-9432-880E5E8356BB}"/>
                </a:ext>
              </a:extLst>
            </p:cNvPr>
            <p:cNvSpPr/>
            <p:nvPr/>
          </p:nvSpPr>
          <p:spPr>
            <a:xfrm rot="5400000">
              <a:off x="6051068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C1D55AB-1861-F506-C3F3-0C68C486A3A4}"/>
                </a:ext>
              </a:extLst>
            </p:cNvPr>
            <p:cNvSpPr/>
            <p:nvPr/>
          </p:nvSpPr>
          <p:spPr>
            <a:xfrm rot="5400000">
              <a:off x="8506722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AA6ADACD-743B-7FC5-A36A-5734F9450D67}"/>
                </a:ext>
              </a:extLst>
            </p:cNvPr>
            <p:cNvSpPr/>
            <p:nvPr/>
          </p:nvSpPr>
          <p:spPr>
            <a:xfrm rot="5400000">
              <a:off x="10962377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08DCF586-A7BE-7E32-641C-14F921E96C32}"/>
                </a:ext>
              </a:extLst>
            </p:cNvPr>
            <p:cNvSpPr/>
            <p:nvPr/>
          </p:nvSpPr>
          <p:spPr>
            <a:xfrm rot="5400000">
              <a:off x="4823241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AE125C19-8F32-1F6A-5FE8-9FDFCCEBFE4C}"/>
                </a:ext>
              </a:extLst>
            </p:cNvPr>
            <p:cNvSpPr/>
            <p:nvPr/>
          </p:nvSpPr>
          <p:spPr>
            <a:xfrm rot="5400000">
              <a:off x="7278895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3045B54A-8143-AFD8-3A44-B7893AB618E3}"/>
                </a:ext>
              </a:extLst>
            </p:cNvPr>
            <p:cNvSpPr/>
            <p:nvPr/>
          </p:nvSpPr>
          <p:spPr>
            <a:xfrm rot="5400000">
              <a:off x="9734550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0E2DB8B0-32B9-06D8-1918-E1333B603E49}"/>
                </a:ext>
              </a:extLst>
            </p:cNvPr>
            <p:cNvSpPr/>
            <p:nvPr/>
          </p:nvSpPr>
          <p:spPr>
            <a:xfrm rot="5400000">
              <a:off x="4902890" y="-2055904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C6458AB4-DEED-DC53-8F86-C34ADD0CD4F6}"/>
                </a:ext>
              </a:extLst>
            </p:cNvPr>
            <p:cNvSpPr/>
            <p:nvPr/>
          </p:nvSpPr>
          <p:spPr>
            <a:xfrm rot="5400000">
              <a:off x="7330294" y="-205590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AF9D8F24-5984-2186-5C74-0ABC1712102F}"/>
                </a:ext>
              </a:extLst>
            </p:cNvPr>
            <p:cNvSpPr/>
            <p:nvPr/>
          </p:nvSpPr>
          <p:spPr>
            <a:xfrm rot="5400000">
              <a:off x="9785948" y="-2055906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549DA6B1-0D6C-A183-E59D-7B57D7FA5344}"/>
                </a:ext>
              </a:extLst>
            </p:cNvPr>
            <p:cNvSpPr/>
            <p:nvPr/>
          </p:nvSpPr>
          <p:spPr>
            <a:xfrm rot="5400000">
              <a:off x="6004770" y="8391118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D4316FF7-985A-6E58-AAE5-5E606AB5F649}"/>
                </a:ext>
              </a:extLst>
            </p:cNvPr>
            <p:cNvSpPr/>
            <p:nvPr/>
          </p:nvSpPr>
          <p:spPr>
            <a:xfrm rot="5400000">
              <a:off x="8432174" y="839111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58F36582-3836-A38A-EE7A-BDAA1FDBCA28}"/>
                </a:ext>
              </a:extLst>
            </p:cNvPr>
            <p:cNvSpPr/>
            <p:nvPr/>
          </p:nvSpPr>
          <p:spPr>
            <a:xfrm rot="5400000">
              <a:off x="10887828" y="8391116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60731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722E-91ED-7DA8-8787-6886DF065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988" y="899751"/>
            <a:ext cx="4588528" cy="22749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TECHNOLOGY BEHIND THIS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18004-FBD1-810E-3392-D37593B4F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03" y="3328012"/>
            <a:ext cx="5414699" cy="2788308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dirty="0"/>
              <a:t>LANGUAGE USED – PYTHON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dirty="0"/>
              <a:t>IDE USED – VISUAL STUDIO     CODE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dirty="0"/>
              <a:t>BACKBONE – ROUND ROBIN SCHEDULING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7757AF-394E-2874-51DE-88C4ABAB714B}"/>
              </a:ext>
            </a:extLst>
          </p:cNvPr>
          <p:cNvGrpSpPr/>
          <p:nvPr/>
        </p:nvGrpSpPr>
        <p:grpSpPr>
          <a:xfrm>
            <a:off x="4926638" y="-9045164"/>
            <a:ext cx="8491991" cy="13009069"/>
            <a:chOff x="4927836" y="-2160501"/>
            <a:chExt cx="8491991" cy="13009069"/>
          </a:xfr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</p:grpSpPr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781061AF-1036-00F4-6613-B585F398632E}"/>
                </a:ext>
              </a:extLst>
            </p:cNvPr>
            <p:cNvSpPr/>
            <p:nvPr/>
          </p:nvSpPr>
          <p:spPr>
            <a:xfrm rot="5400000">
              <a:off x="4823242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A8708BE-B592-A94E-B9C9-C2563342E3D3}"/>
                </a:ext>
              </a:extLst>
            </p:cNvPr>
            <p:cNvSpPr/>
            <p:nvPr/>
          </p:nvSpPr>
          <p:spPr>
            <a:xfrm rot="5400000">
              <a:off x="7278896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0DD19013-F6E7-BC4B-8B44-5EFA0DAF2AC9}"/>
                </a:ext>
              </a:extLst>
            </p:cNvPr>
            <p:cNvSpPr/>
            <p:nvPr/>
          </p:nvSpPr>
          <p:spPr>
            <a:xfrm rot="5400000">
              <a:off x="9734550" y="2079532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E75357D3-0220-9753-0014-6993EF857496}"/>
                </a:ext>
              </a:extLst>
            </p:cNvPr>
            <p:cNvSpPr/>
            <p:nvPr/>
          </p:nvSpPr>
          <p:spPr>
            <a:xfrm rot="5400000">
              <a:off x="6079319" y="149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C1E68047-DB30-A507-1195-6CB71918F47E}"/>
                </a:ext>
              </a:extLst>
            </p:cNvPr>
            <p:cNvSpPr/>
            <p:nvPr/>
          </p:nvSpPr>
          <p:spPr>
            <a:xfrm rot="5400000">
              <a:off x="8506723" y="1494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20CDE2F2-1EDA-EC07-55EE-2DEEB8994A66}"/>
                </a:ext>
              </a:extLst>
            </p:cNvPr>
            <p:cNvSpPr/>
            <p:nvPr/>
          </p:nvSpPr>
          <p:spPr>
            <a:xfrm rot="5400000">
              <a:off x="10962377" y="1493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E9E76575-03FF-FC1E-9432-880E5E8356BB}"/>
                </a:ext>
              </a:extLst>
            </p:cNvPr>
            <p:cNvSpPr/>
            <p:nvPr/>
          </p:nvSpPr>
          <p:spPr>
            <a:xfrm rot="5400000">
              <a:off x="6051068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AC1D55AB-1861-F506-C3F3-0C68C486A3A4}"/>
                </a:ext>
              </a:extLst>
            </p:cNvPr>
            <p:cNvSpPr/>
            <p:nvPr/>
          </p:nvSpPr>
          <p:spPr>
            <a:xfrm rot="5400000">
              <a:off x="8506722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AA6ADACD-743B-7FC5-A36A-5734F9450D67}"/>
                </a:ext>
              </a:extLst>
            </p:cNvPr>
            <p:cNvSpPr/>
            <p:nvPr/>
          </p:nvSpPr>
          <p:spPr>
            <a:xfrm rot="5400000">
              <a:off x="10962377" y="417344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08DCF586-A7BE-7E32-641C-14F921E96C32}"/>
                </a:ext>
              </a:extLst>
            </p:cNvPr>
            <p:cNvSpPr/>
            <p:nvPr/>
          </p:nvSpPr>
          <p:spPr>
            <a:xfrm rot="5400000">
              <a:off x="4823241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AE125C19-8F32-1F6A-5FE8-9FDFCCEBFE4C}"/>
                </a:ext>
              </a:extLst>
            </p:cNvPr>
            <p:cNvSpPr/>
            <p:nvPr/>
          </p:nvSpPr>
          <p:spPr>
            <a:xfrm rot="5400000">
              <a:off x="7278895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3045B54A-8143-AFD8-3A44-B7893AB618E3}"/>
                </a:ext>
              </a:extLst>
            </p:cNvPr>
            <p:cNvSpPr/>
            <p:nvPr/>
          </p:nvSpPr>
          <p:spPr>
            <a:xfrm rot="5400000">
              <a:off x="9734550" y="623624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0E2DB8B0-32B9-06D8-1918-E1333B603E49}"/>
                </a:ext>
              </a:extLst>
            </p:cNvPr>
            <p:cNvSpPr/>
            <p:nvPr/>
          </p:nvSpPr>
          <p:spPr>
            <a:xfrm rot="5400000">
              <a:off x="4902890" y="-2055904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C6458AB4-DEED-DC53-8F86-C34ADD0CD4F6}"/>
                </a:ext>
              </a:extLst>
            </p:cNvPr>
            <p:cNvSpPr/>
            <p:nvPr/>
          </p:nvSpPr>
          <p:spPr>
            <a:xfrm rot="5400000">
              <a:off x="7330294" y="-2055905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AF9D8F24-5984-2186-5C74-0ABC1712102F}"/>
                </a:ext>
              </a:extLst>
            </p:cNvPr>
            <p:cNvSpPr/>
            <p:nvPr/>
          </p:nvSpPr>
          <p:spPr>
            <a:xfrm rot="5400000">
              <a:off x="9785948" y="-2055906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549DA6B1-0D6C-A183-E59D-7B57D7FA5344}"/>
                </a:ext>
              </a:extLst>
            </p:cNvPr>
            <p:cNvSpPr/>
            <p:nvPr/>
          </p:nvSpPr>
          <p:spPr>
            <a:xfrm rot="5400000">
              <a:off x="6004770" y="8391118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D4316FF7-985A-6E58-AAE5-5E606AB5F649}"/>
                </a:ext>
              </a:extLst>
            </p:cNvPr>
            <p:cNvSpPr/>
            <p:nvPr/>
          </p:nvSpPr>
          <p:spPr>
            <a:xfrm rot="5400000">
              <a:off x="8432174" y="8391117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58F36582-3836-A38A-EE7A-BDAA1FDBCA28}"/>
                </a:ext>
              </a:extLst>
            </p:cNvPr>
            <p:cNvSpPr/>
            <p:nvPr/>
          </p:nvSpPr>
          <p:spPr>
            <a:xfrm rot="5400000">
              <a:off x="10887828" y="8391116"/>
              <a:ext cx="2562045" cy="2352855"/>
            </a:xfrm>
            <a:prstGeom prst="hexagon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1203729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31EB7-405A-D338-8432-55F938DE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BEEC-C7E3-AF7E-5784-A44A9DB0E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  <a:latin typeface="Söhne"/>
              </a:rPr>
              <a:t>A Task Scheduler program that implements the Round Robin Scheduling algorithm. The system should allow users to input tasks with their respective Process IDs (PIDs) and burst times. </a:t>
            </a:r>
          </a:p>
          <a:p>
            <a:pPr marL="0" indent="0">
              <a:buNone/>
            </a:pPr>
            <a:r>
              <a:rPr lang="en-US" sz="2000" b="1" i="0" u="sng">
                <a:effectLst/>
                <a:latin typeface="Söhne"/>
              </a:rPr>
              <a:t>Specifications</a:t>
            </a:r>
            <a:r>
              <a:rPr lang="en-US" sz="2000" b="0" i="0">
                <a:effectLst/>
                <a:latin typeface="Söhne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sz="2000" b="1" i="0">
                <a:effectLst/>
                <a:latin typeface="Söhne"/>
              </a:rPr>
              <a:t>Task Input:</a:t>
            </a:r>
            <a:r>
              <a:rPr lang="en-US" sz="2000" b="0" i="0">
                <a:effectLst/>
                <a:latin typeface="Söhne"/>
              </a:rPr>
              <a:t> Users can input tasks with their Process IDs (PIDs) and burst times.</a:t>
            </a:r>
          </a:p>
          <a:p>
            <a:pPr>
              <a:buFont typeface="+mj-lt"/>
              <a:buAutoNum type="arabicPeriod"/>
            </a:pPr>
            <a:r>
              <a:rPr lang="en-US" sz="2000" b="1" i="0">
                <a:effectLst/>
                <a:latin typeface="Söhne"/>
              </a:rPr>
              <a:t>Scheduling:</a:t>
            </a:r>
            <a:r>
              <a:rPr lang="en-US" sz="2000" b="0" i="0">
                <a:effectLst/>
                <a:latin typeface="Söhne"/>
              </a:rPr>
              <a:t> Implement the Round Robin Scheduling algorithm to execute the tasks.</a:t>
            </a:r>
          </a:p>
          <a:p>
            <a:pPr>
              <a:buFont typeface="+mj-lt"/>
              <a:buAutoNum type="arabicPeriod"/>
            </a:pPr>
            <a:r>
              <a:rPr lang="en-US" sz="2000" b="1" i="0">
                <a:effectLst/>
                <a:latin typeface="Söhne"/>
              </a:rPr>
              <a:t>Execution:</a:t>
            </a:r>
            <a:r>
              <a:rPr lang="en-US" sz="2000" b="0" i="0">
                <a:effectLst/>
                <a:latin typeface="Söhne"/>
              </a:rPr>
              <a:t> Execute tasks based on the specified quantum time slice.</a:t>
            </a:r>
          </a:p>
          <a:p>
            <a:pPr>
              <a:buFont typeface="+mj-lt"/>
              <a:buAutoNum type="arabicPeriod"/>
            </a:pPr>
            <a:r>
              <a:rPr lang="en-US" sz="2000" b="1" i="0">
                <a:effectLst/>
                <a:latin typeface="Söhne"/>
              </a:rPr>
              <a:t>Output:</a:t>
            </a:r>
            <a:r>
              <a:rPr lang="en-US" sz="2000" b="0" i="0">
                <a:effectLst/>
                <a:latin typeface="Söhne"/>
              </a:rPr>
              <a:t> Display the execution process and completion of tasks, along with the turnaround time and waiting time for each task.</a:t>
            </a:r>
          </a:p>
          <a:p>
            <a:pPr>
              <a:buFont typeface="+mj-lt"/>
              <a:buAutoNum type="arabicPeriod"/>
            </a:pPr>
            <a:r>
              <a:rPr lang="en-US" sz="2000" b="1" i="0">
                <a:effectLst/>
                <a:latin typeface="Söhne"/>
              </a:rPr>
              <a:t>Metrics:</a:t>
            </a:r>
            <a:r>
              <a:rPr lang="en-US" sz="2000" b="0" i="0">
                <a:effectLst/>
                <a:latin typeface="Söhne"/>
              </a:rPr>
              <a:t> Calculate and display the average waiting time for all tasks.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282699559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5B0A6-8250-6408-BD55-E44784D6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7912F91-11E9-4D75-5669-5D9EE0EA0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i="0" u="sng">
                <a:effectLst/>
                <a:latin typeface="Söhne"/>
              </a:rPr>
              <a:t>Implementation Requirements</a:t>
            </a:r>
            <a:r>
              <a:rPr lang="en-US" i="0">
                <a:effectLst/>
                <a:latin typeface="Söhne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Söhne"/>
              </a:rPr>
              <a:t>Use a graphical interface to input tasks and display the execution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Söhne"/>
              </a:rPr>
              <a:t>Display the output of the scheduler, including the tasks' execution process, turnaround time, waiting time, and average waiting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Söhne"/>
              </a:rPr>
              <a:t>Visualize the execution metrics using suitable charts/graphs (e.g., pie charts, bar graphs) for task execution, turnaround time, and waiting time.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894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54102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10163-F231-DCAA-0A1F-A8925E9C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24" y="1335183"/>
            <a:ext cx="4803492" cy="4150899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USES OF TASK MANAGER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99956BA-5C38-49F9-88D6-BD6C71E9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85799"/>
            <a:ext cx="5410200" cy="5486401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B46660EF-8A65-7780-279C-5A7ABD16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001" y="1335183"/>
            <a:ext cx="4110198" cy="418763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Söhne"/>
              </a:rPr>
              <a:t>Cpu</a:t>
            </a:r>
            <a:r>
              <a:rPr lang="en-IN" sz="2000" b="1" dirty="0">
                <a:latin typeface="Söhne"/>
              </a:rPr>
              <a:t>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i="0" dirty="0">
                <a:effectLst/>
                <a:latin typeface="Söhne"/>
              </a:rPr>
              <a:t>Resource Allocation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i="0" dirty="0">
                <a:effectLst/>
                <a:latin typeface="Söhne"/>
              </a:rPr>
              <a:t>Performance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i="0" dirty="0">
                <a:effectLst/>
                <a:latin typeface="Söhne"/>
              </a:rPr>
              <a:t>Optimization and Efficiency</a:t>
            </a:r>
          </a:p>
          <a:p>
            <a:pPr marL="0" indent="0">
              <a:buNone/>
            </a:pPr>
            <a:endParaRPr lang="en-IN" sz="2000" b="1" dirty="0">
              <a:latin typeface="Söhne"/>
            </a:endParaRPr>
          </a:p>
          <a:p>
            <a:pPr marL="0" indent="0">
              <a:buNone/>
            </a:pPr>
            <a:endParaRPr lang="en-IN" sz="2000" b="1" dirty="0">
              <a:latin typeface="Söhne"/>
            </a:endParaRPr>
          </a:p>
          <a:p>
            <a:pPr marL="0" indent="0">
              <a:buNone/>
            </a:pPr>
            <a:r>
              <a:rPr lang="en-IN" sz="2000" b="1" dirty="0">
                <a:latin typeface="Söhne"/>
              </a:rPr>
              <a:t>This project also uses visualization libraries like </a:t>
            </a:r>
            <a:r>
              <a:rPr lang="en-IN" sz="2000" b="1" dirty="0" err="1">
                <a:latin typeface="Söhne"/>
              </a:rPr>
              <a:t>tkinter</a:t>
            </a:r>
            <a:r>
              <a:rPr lang="en-IN" sz="2000" b="1" dirty="0">
                <a:latin typeface="Söhne"/>
              </a:rPr>
              <a:t> for better readability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2980075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25A16-78E3-E31C-CC36-7226572DFBCE}"/>
              </a:ext>
            </a:extLst>
          </p:cNvPr>
          <p:cNvSpPr txBox="1"/>
          <p:nvPr/>
        </p:nvSpPr>
        <p:spPr>
          <a:xfrm>
            <a:off x="249782" y="640823"/>
            <a:ext cx="3803877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USES OF ROUND ROBIN SCHEDULING IN TASK MANAGER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89EE778A-9C0A-8771-0098-68E0EDE85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83858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262402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623D0-A484-49BD-1930-F23960D7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b="1" dirty="0"/>
              <a:t>REQUIREMENTS</a:t>
            </a:r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0DEE6A42-99C1-867F-0912-417B625F66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" r="37568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6C2C5-E096-2E12-6F34-2044E2B9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b="1" u="sng" dirty="0"/>
              <a:t>HARDWARE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COMPUTER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CPU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MEMORY(RAM AND ROM)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I/O DEVICES (KEYBOARD, MOUSE, ETC…)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b="1" u="sng" dirty="0"/>
              <a:t>SOFTWARE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OPERATING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AN IDE(VISUAL STUDIO CODE)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 dirty="0"/>
              <a:t>LIBRARIES (TKINTER AND PLOTLY)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1818151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A50968-8132-DB1E-98CC-7E93384D0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429"/>
            <a:ext cx="12314583" cy="7001942"/>
          </a:xfrm>
          <a:prstGeom prst="rect">
            <a:avLst/>
          </a:prstGeom>
        </p:spPr>
      </p:pic>
      <p:pic>
        <p:nvPicPr>
          <p:cNvPr id="10" name="Picture 9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59F7FB7-E0BD-27E7-39DE-F594ADFE4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14582" cy="685800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1D7ECF-341A-0595-9D70-303B66212153}"/>
              </a:ext>
            </a:extLst>
          </p:cNvPr>
          <p:cNvSpPr/>
          <p:nvPr/>
        </p:nvSpPr>
        <p:spPr>
          <a:xfrm>
            <a:off x="0" y="-64429"/>
            <a:ext cx="12192000" cy="7111271"/>
          </a:xfrm>
          <a:custGeom>
            <a:avLst/>
            <a:gdLst/>
            <a:ahLst/>
            <a:cxnLst/>
            <a:rect l="l" t="t" r="r" b="b"/>
            <a:pathLst>
              <a:path w="12314583" h="7111272">
                <a:moveTo>
                  <a:pt x="7041511" y="4455029"/>
                </a:moveTo>
                <a:lnTo>
                  <a:pt x="7096149" y="4455029"/>
                </a:lnTo>
                <a:cubicBezTo>
                  <a:pt x="7220328" y="4455029"/>
                  <a:pt x="7323189" y="4471379"/>
                  <a:pt x="7404733" y="4504080"/>
                </a:cubicBezTo>
                <a:cubicBezTo>
                  <a:pt x="7486277" y="4536780"/>
                  <a:pt x="7548573" y="4593074"/>
                  <a:pt x="7591622" y="4672962"/>
                </a:cubicBezTo>
                <a:cubicBezTo>
                  <a:pt x="7634670" y="4752851"/>
                  <a:pt x="7656194" y="4862335"/>
                  <a:pt x="7656194" y="5001415"/>
                </a:cubicBezTo>
                <a:cubicBezTo>
                  <a:pt x="7656194" y="5209207"/>
                  <a:pt x="7609420" y="5358221"/>
                  <a:pt x="7515873" y="5448457"/>
                </a:cubicBezTo>
                <a:cubicBezTo>
                  <a:pt x="7422325" y="5538693"/>
                  <a:pt x="7283245" y="5583812"/>
                  <a:pt x="7098633" y="5583812"/>
                </a:cubicBezTo>
                <a:lnTo>
                  <a:pt x="7041511" y="5583812"/>
                </a:lnTo>
                <a:cubicBezTo>
                  <a:pt x="6987700" y="5583812"/>
                  <a:pt x="6950654" y="5572222"/>
                  <a:pt x="6930371" y="5549042"/>
                </a:cubicBezTo>
                <a:cubicBezTo>
                  <a:pt x="6910089" y="5525862"/>
                  <a:pt x="6899947" y="5485711"/>
                  <a:pt x="6899947" y="5428588"/>
                </a:cubicBezTo>
                <a:lnTo>
                  <a:pt x="6899947" y="4609011"/>
                </a:lnTo>
                <a:cubicBezTo>
                  <a:pt x="6899947" y="4551888"/>
                  <a:pt x="6910089" y="4511944"/>
                  <a:pt x="6930371" y="4489178"/>
                </a:cubicBezTo>
                <a:cubicBezTo>
                  <a:pt x="6950654" y="4466412"/>
                  <a:pt x="6987700" y="4455029"/>
                  <a:pt x="7041511" y="4455029"/>
                </a:cubicBezTo>
                <a:close/>
                <a:moveTo>
                  <a:pt x="5336833" y="4433919"/>
                </a:moveTo>
                <a:cubicBezTo>
                  <a:pt x="5485848" y="4433919"/>
                  <a:pt x="5594711" y="4482969"/>
                  <a:pt x="5663423" y="4581070"/>
                </a:cubicBezTo>
                <a:cubicBezTo>
                  <a:pt x="5732135" y="4679171"/>
                  <a:pt x="5766491" y="4828393"/>
                  <a:pt x="5766491" y="5028734"/>
                </a:cubicBezTo>
                <a:cubicBezTo>
                  <a:pt x="5766491" y="5205895"/>
                  <a:pt x="5729444" y="5346217"/>
                  <a:pt x="5655351" y="5449699"/>
                </a:cubicBezTo>
                <a:cubicBezTo>
                  <a:pt x="5581258" y="5553181"/>
                  <a:pt x="5471774" y="5604922"/>
                  <a:pt x="5326899" y="5604922"/>
                </a:cubicBezTo>
                <a:cubicBezTo>
                  <a:pt x="5183680" y="5604922"/>
                  <a:pt x="5075231" y="5552767"/>
                  <a:pt x="5001552" y="5448457"/>
                </a:cubicBezTo>
                <a:cubicBezTo>
                  <a:pt x="4927872" y="5344147"/>
                  <a:pt x="4891032" y="5201756"/>
                  <a:pt x="4891032" y="5021283"/>
                </a:cubicBezTo>
                <a:cubicBezTo>
                  <a:pt x="4891032" y="4826737"/>
                  <a:pt x="4928286" y="4680206"/>
                  <a:pt x="5002793" y="4581691"/>
                </a:cubicBezTo>
                <a:cubicBezTo>
                  <a:pt x="5077301" y="4483176"/>
                  <a:pt x="5188647" y="4433919"/>
                  <a:pt x="5336833" y="4433919"/>
                </a:cubicBezTo>
                <a:close/>
                <a:moveTo>
                  <a:pt x="8691522" y="4128440"/>
                </a:moveTo>
                <a:cubicBezTo>
                  <a:pt x="8605424" y="4128440"/>
                  <a:pt x="8540645" y="4138788"/>
                  <a:pt x="8497182" y="4159484"/>
                </a:cubicBezTo>
                <a:cubicBezTo>
                  <a:pt x="8453720" y="4180181"/>
                  <a:pt x="8424124" y="4213709"/>
                  <a:pt x="8408394" y="4260069"/>
                </a:cubicBezTo>
                <a:cubicBezTo>
                  <a:pt x="8392666" y="4306429"/>
                  <a:pt x="8384801" y="4373485"/>
                  <a:pt x="8384801" y="4461238"/>
                </a:cubicBezTo>
                <a:lnTo>
                  <a:pt x="8384801" y="5576361"/>
                </a:lnTo>
                <a:cubicBezTo>
                  <a:pt x="8384801" y="5662458"/>
                  <a:pt x="8392872" y="5728686"/>
                  <a:pt x="8409016" y="5775046"/>
                </a:cubicBezTo>
                <a:cubicBezTo>
                  <a:pt x="8425159" y="5821406"/>
                  <a:pt x="8454962" y="5855348"/>
                  <a:pt x="8498424" y="5876873"/>
                </a:cubicBezTo>
                <a:cubicBezTo>
                  <a:pt x="8541886" y="5898397"/>
                  <a:pt x="8606252" y="5909159"/>
                  <a:pt x="8691522" y="5909159"/>
                </a:cubicBezTo>
                <a:lnTo>
                  <a:pt x="9316140" y="5909159"/>
                </a:lnTo>
                <a:cubicBezTo>
                  <a:pt x="9328557" y="5909159"/>
                  <a:pt x="9337250" y="5908538"/>
                  <a:pt x="9342217" y="5907296"/>
                </a:cubicBezTo>
                <a:cubicBezTo>
                  <a:pt x="9347184" y="5906055"/>
                  <a:pt x="9353393" y="5903364"/>
                  <a:pt x="9360844" y="5899225"/>
                </a:cubicBezTo>
                <a:cubicBezTo>
                  <a:pt x="9405548" y="5868594"/>
                  <a:pt x="9452322" y="5825960"/>
                  <a:pt x="9501165" y="5771321"/>
                </a:cubicBezTo>
                <a:cubicBezTo>
                  <a:pt x="9509444" y="5762215"/>
                  <a:pt x="9513583" y="5753936"/>
                  <a:pt x="9513583" y="5746485"/>
                </a:cubicBezTo>
                <a:cubicBezTo>
                  <a:pt x="9513583" y="5739862"/>
                  <a:pt x="9509444" y="5731170"/>
                  <a:pt x="9501165" y="5720408"/>
                </a:cubicBezTo>
                <a:cubicBezTo>
                  <a:pt x="9452322" y="5665769"/>
                  <a:pt x="9405548" y="5623135"/>
                  <a:pt x="9360844" y="5592504"/>
                </a:cubicBezTo>
                <a:cubicBezTo>
                  <a:pt x="9353393" y="5587537"/>
                  <a:pt x="9347391" y="5584639"/>
                  <a:pt x="9342838" y="5583812"/>
                </a:cubicBezTo>
                <a:cubicBezTo>
                  <a:pt x="9338284" y="5582984"/>
                  <a:pt x="9329385" y="5582570"/>
                  <a:pt x="9316140" y="5582570"/>
                </a:cubicBezTo>
                <a:lnTo>
                  <a:pt x="8927460" y="5582570"/>
                </a:lnTo>
                <a:cubicBezTo>
                  <a:pt x="8873650" y="5582570"/>
                  <a:pt x="8836604" y="5570980"/>
                  <a:pt x="8816321" y="5547800"/>
                </a:cubicBezTo>
                <a:cubicBezTo>
                  <a:pt x="8796038" y="5524620"/>
                  <a:pt x="8785897" y="5484469"/>
                  <a:pt x="8785897" y="5427347"/>
                </a:cubicBezTo>
                <a:lnTo>
                  <a:pt x="8785897" y="5176506"/>
                </a:lnTo>
                <a:lnTo>
                  <a:pt x="9231698" y="5176506"/>
                </a:lnTo>
                <a:cubicBezTo>
                  <a:pt x="9244116" y="5176506"/>
                  <a:pt x="9252808" y="5175885"/>
                  <a:pt x="9257776" y="5174644"/>
                </a:cubicBezTo>
                <a:cubicBezTo>
                  <a:pt x="9262742" y="5173402"/>
                  <a:pt x="9268952" y="5170711"/>
                  <a:pt x="9276402" y="5166572"/>
                </a:cubicBezTo>
                <a:cubicBezTo>
                  <a:pt x="9321106" y="5135941"/>
                  <a:pt x="9367880" y="5093307"/>
                  <a:pt x="9416724" y="5038668"/>
                </a:cubicBezTo>
                <a:cubicBezTo>
                  <a:pt x="9425002" y="5029562"/>
                  <a:pt x="9429142" y="5021283"/>
                  <a:pt x="9429142" y="5013833"/>
                </a:cubicBezTo>
                <a:cubicBezTo>
                  <a:pt x="9429142" y="5007210"/>
                  <a:pt x="9425002" y="4998517"/>
                  <a:pt x="9416724" y="4987755"/>
                </a:cubicBezTo>
                <a:cubicBezTo>
                  <a:pt x="9367880" y="4933116"/>
                  <a:pt x="9321106" y="4890482"/>
                  <a:pt x="9276402" y="4859851"/>
                </a:cubicBezTo>
                <a:cubicBezTo>
                  <a:pt x="9268952" y="4854884"/>
                  <a:pt x="9262950" y="4851986"/>
                  <a:pt x="9258396" y="4851159"/>
                </a:cubicBezTo>
                <a:cubicBezTo>
                  <a:pt x="9253843" y="4850331"/>
                  <a:pt x="9244944" y="4849917"/>
                  <a:pt x="9231698" y="4849917"/>
                </a:cubicBezTo>
                <a:lnTo>
                  <a:pt x="8785897" y="4849917"/>
                </a:lnTo>
                <a:lnTo>
                  <a:pt x="8785897" y="4609011"/>
                </a:lnTo>
                <a:cubicBezTo>
                  <a:pt x="8785897" y="4551888"/>
                  <a:pt x="8796038" y="4511944"/>
                  <a:pt x="8816321" y="4489178"/>
                </a:cubicBezTo>
                <a:cubicBezTo>
                  <a:pt x="8836604" y="4466412"/>
                  <a:pt x="8873650" y="4455029"/>
                  <a:pt x="8927460" y="4455029"/>
                </a:cubicBezTo>
                <a:lnTo>
                  <a:pt x="9275160" y="4455029"/>
                </a:lnTo>
                <a:cubicBezTo>
                  <a:pt x="9287578" y="4455029"/>
                  <a:pt x="9296270" y="4454408"/>
                  <a:pt x="9301238" y="4453166"/>
                </a:cubicBezTo>
                <a:cubicBezTo>
                  <a:pt x="9306205" y="4451925"/>
                  <a:pt x="9312414" y="4449234"/>
                  <a:pt x="9319864" y="4445095"/>
                </a:cubicBezTo>
                <a:cubicBezTo>
                  <a:pt x="9364569" y="4414464"/>
                  <a:pt x="9411343" y="4371830"/>
                  <a:pt x="9460186" y="4317191"/>
                </a:cubicBezTo>
                <a:cubicBezTo>
                  <a:pt x="9468465" y="4308085"/>
                  <a:pt x="9472604" y="4299806"/>
                  <a:pt x="9472604" y="4292355"/>
                </a:cubicBezTo>
                <a:cubicBezTo>
                  <a:pt x="9472604" y="4285733"/>
                  <a:pt x="9468465" y="4277040"/>
                  <a:pt x="9460186" y="4266278"/>
                </a:cubicBezTo>
                <a:cubicBezTo>
                  <a:pt x="9411343" y="4211639"/>
                  <a:pt x="9364569" y="4169005"/>
                  <a:pt x="9319864" y="4138374"/>
                </a:cubicBezTo>
                <a:cubicBezTo>
                  <a:pt x="9312414" y="4133407"/>
                  <a:pt x="9306412" y="4130509"/>
                  <a:pt x="9301859" y="4129682"/>
                </a:cubicBezTo>
                <a:cubicBezTo>
                  <a:pt x="9297306" y="4128854"/>
                  <a:pt x="9288406" y="4128440"/>
                  <a:pt x="9275160" y="4128440"/>
                </a:cubicBezTo>
                <a:close/>
                <a:moveTo>
                  <a:pt x="6805572" y="4128440"/>
                </a:moveTo>
                <a:cubicBezTo>
                  <a:pt x="6719475" y="4128440"/>
                  <a:pt x="6654695" y="4138788"/>
                  <a:pt x="6611233" y="4159484"/>
                </a:cubicBezTo>
                <a:cubicBezTo>
                  <a:pt x="6567770" y="4180181"/>
                  <a:pt x="6538174" y="4213709"/>
                  <a:pt x="6522445" y="4260069"/>
                </a:cubicBezTo>
                <a:cubicBezTo>
                  <a:pt x="6506716" y="4306429"/>
                  <a:pt x="6498851" y="4373485"/>
                  <a:pt x="6498851" y="4461238"/>
                </a:cubicBezTo>
                <a:lnTo>
                  <a:pt x="6498851" y="5576361"/>
                </a:lnTo>
                <a:cubicBezTo>
                  <a:pt x="6498851" y="5662458"/>
                  <a:pt x="6506923" y="5728686"/>
                  <a:pt x="6523066" y="5775046"/>
                </a:cubicBezTo>
                <a:cubicBezTo>
                  <a:pt x="6539209" y="5821406"/>
                  <a:pt x="6569012" y="5855348"/>
                  <a:pt x="6612474" y="5876873"/>
                </a:cubicBezTo>
                <a:cubicBezTo>
                  <a:pt x="6655937" y="5898397"/>
                  <a:pt x="6720303" y="5909159"/>
                  <a:pt x="6805572" y="5909159"/>
                </a:cubicBezTo>
                <a:lnTo>
                  <a:pt x="7186800" y="5909159"/>
                </a:lnTo>
                <a:cubicBezTo>
                  <a:pt x="7468271" y="5909159"/>
                  <a:pt x="7687239" y="5836101"/>
                  <a:pt x="7843704" y="5689984"/>
                </a:cubicBezTo>
                <a:cubicBezTo>
                  <a:pt x="8000169" y="5543867"/>
                  <a:pt x="8078401" y="5312689"/>
                  <a:pt x="8078401" y="4996447"/>
                </a:cubicBezTo>
                <a:cubicBezTo>
                  <a:pt x="8078401" y="4783689"/>
                  <a:pt x="8042182" y="4613150"/>
                  <a:pt x="7969745" y="4484832"/>
                </a:cubicBezTo>
                <a:cubicBezTo>
                  <a:pt x="7897308" y="4356514"/>
                  <a:pt x="7795481" y="4265036"/>
                  <a:pt x="7664266" y="4210398"/>
                </a:cubicBezTo>
                <a:cubicBezTo>
                  <a:pt x="7533051" y="4155759"/>
                  <a:pt x="7373895" y="4128440"/>
                  <a:pt x="7186800" y="4128440"/>
                </a:cubicBezTo>
                <a:close/>
                <a:moveTo>
                  <a:pt x="5348009" y="4098637"/>
                </a:moveTo>
                <a:cubicBezTo>
                  <a:pt x="5162570" y="4098637"/>
                  <a:pt x="5004242" y="4133407"/>
                  <a:pt x="4873027" y="4202947"/>
                </a:cubicBezTo>
                <a:cubicBezTo>
                  <a:pt x="4741811" y="4272487"/>
                  <a:pt x="4641641" y="4377625"/>
                  <a:pt x="4572515" y="4518360"/>
                </a:cubicBezTo>
                <a:cubicBezTo>
                  <a:pt x="4503389" y="4659096"/>
                  <a:pt x="4468826" y="4833774"/>
                  <a:pt x="4468826" y="5042393"/>
                </a:cubicBezTo>
                <a:cubicBezTo>
                  <a:pt x="4468826" y="5238595"/>
                  <a:pt x="4503389" y="5403753"/>
                  <a:pt x="4572515" y="5537866"/>
                </a:cubicBezTo>
                <a:cubicBezTo>
                  <a:pt x="4641641" y="5671978"/>
                  <a:pt x="4739949" y="5772563"/>
                  <a:pt x="4867439" y="5839619"/>
                </a:cubicBezTo>
                <a:cubicBezTo>
                  <a:pt x="4994929" y="5906676"/>
                  <a:pt x="5145599" y="5940204"/>
                  <a:pt x="5319448" y="5940204"/>
                </a:cubicBezTo>
                <a:cubicBezTo>
                  <a:pt x="5500749" y="5940204"/>
                  <a:pt x="5656179" y="5906055"/>
                  <a:pt x="5785738" y="5837757"/>
                </a:cubicBezTo>
                <a:cubicBezTo>
                  <a:pt x="5915298" y="5769458"/>
                  <a:pt x="6014848" y="5665769"/>
                  <a:pt x="6084388" y="5526689"/>
                </a:cubicBezTo>
                <a:cubicBezTo>
                  <a:pt x="6153928" y="5387610"/>
                  <a:pt x="6188698" y="5214174"/>
                  <a:pt x="6188698" y="5006382"/>
                </a:cubicBezTo>
                <a:cubicBezTo>
                  <a:pt x="6188698" y="4810180"/>
                  <a:pt x="6154963" y="4644194"/>
                  <a:pt x="6087493" y="4508426"/>
                </a:cubicBezTo>
                <a:cubicBezTo>
                  <a:pt x="6020022" y="4372657"/>
                  <a:pt x="5923370" y="4270417"/>
                  <a:pt x="5797535" y="4201705"/>
                </a:cubicBezTo>
                <a:cubicBezTo>
                  <a:pt x="5671701" y="4132993"/>
                  <a:pt x="5521860" y="4098637"/>
                  <a:pt x="5348009" y="4098637"/>
                </a:cubicBezTo>
                <a:close/>
                <a:moveTo>
                  <a:pt x="3680740" y="4097395"/>
                </a:moveTo>
                <a:cubicBezTo>
                  <a:pt x="3508545" y="4097395"/>
                  <a:pt x="3359324" y="4133614"/>
                  <a:pt x="3233076" y="4206051"/>
                </a:cubicBezTo>
                <a:cubicBezTo>
                  <a:pt x="3106828" y="4278489"/>
                  <a:pt x="3009762" y="4384040"/>
                  <a:pt x="2941878" y="4522706"/>
                </a:cubicBezTo>
                <a:cubicBezTo>
                  <a:pt x="2873994" y="4661373"/>
                  <a:pt x="2840052" y="4827979"/>
                  <a:pt x="2840052" y="5022525"/>
                </a:cubicBezTo>
                <a:cubicBezTo>
                  <a:pt x="2840052" y="5354495"/>
                  <a:pt x="2913317" y="5590434"/>
                  <a:pt x="3059847" y="5730342"/>
                </a:cubicBezTo>
                <a:cubicBezTo>
                  <a:pt x="3206378" y="5870250"/>
                  <a:pt x="3406305" y="5940204"/>
                  <a:pt x="3659629" y="5940204"/>
                </a:cubicBezTo>
                <a:cubicBezTo>
                  <a:pt x="3787947" y="5940204"/>
                  <a:pt x="3895154" y="5925716"/>
                  <a:pt x="3981252" y="5896741"/>
                </a:cubicBezTo>
                <a:cubicBezTo>
                  <a:pt x="4067349" y="5867766"/>
                  <a:pt x="4131508" y="5836101"/>
                  <a:pt x="4173728" y="5801745"/>
                </a:cubicBezTo>
                <a:cubicBezTo>
                  <a:pt x="4215948" y="5767389"/>
                  <a:pt x="4245752" y="5735723"/>
                  <a:pt x="4263136" y="5706748"/>
                </a:cubicBezTo>
                <a:cubicBezTo>
                  <a:pt x="4269759" y="5695986"/>
                  <a:pt x="4273898" y="5687914"/>
                  <a:pt x="4275554" y="5682533"/>
                </a:cubicBezTo>
                <a:cubicBezTo>
                  <a:pt x="4277210" y="5677152"/>
                  <a:pt x="4278865" y="5669495"/>
                  <a:pt x="4280521" y="5659560"/>
                </a:cubicBezTo>
                <a:cubicBezTo>
                  <a:pt x="4282177" y="5631413"/>
                  <a:pt x="4283005" y="5606992"/>
                  <a:pt x="4283005" y="5586295"/>
                </a:cubicBezTo>
                <a:cubicBezTo>
                  <a:pt x="4283005" y="5552353"/>
                  <a:pt x="4281349" y="5513858"/>
                  <a:pt x="4278038" y="5470809"/>
                </a:cubicBezTo>
                <a:cubicBezTo>
                  <a:pt x="4276383" y="5451768"/>
                  <a:pt x="4272242" y="5439351"/>
                  <a:pt x="4265620" y="5433556"/>
                </a:cubicBezTo>
                <a:cubicBezTo>
                  <a:pt x="4258997" y="5427761"/>
                  <a:pt x="4246993" y="5424449"/>
                  <a:pt x="4229608" y="5423621"/>
                </a:cubicBezTo>
                <a:cubicBezTo>
                  <a:pt x="4211395" y="5421966"/>
                  <a:pt x="4187802" y="5421138"/>
                  <a:pt x="4158827" y="5421138"/>
                </a:cubicBezTo>
                <a:cubicBezTo>
                  <a:pt x="4085976" y="5421138"/>
                  <a:pt x="4038373" y="5424449"/>
                  <a:pt x="4016022" y="5431072"/>
                </a:cubicBezTo>
                <a:cubicBezTo>
                  <a:pt x="4001120" y="5434383"/>
                  <a:pt x="3989323" y="5439765"/>
                  <a:pt x="3980630" y="5447215"/>
                </a:cubicBezTo>
                <a:cubicBezTo>
                  <a:pt x="3971938" y="5454666"/>
                  <a:pt x="3960555" y="5467498"/>
                  <a:pt x="3946482" y="5485711"/>
                </a:cubicBezTo>
                <a:cubicBezTo>
                  <a:pt x="3927441" y="5510546"/>
                  <a:pt x="3908814" y="5531036"/>
                  <a:pt x="3890601" y="5547179"/>
                </a:cubicBezTo>
                <a:cubicBezTo>
                  <a:pt x="3872388" y="5563322"/>
                  <a:pt x="3845690" y="5576982"/>
                  <a:pt x="3810506" y="5588158"/>
                </a:cubicBezTo>
                <a:cubicBezTo>
                  <a:pt x="3775322" y="5599334"/>
                  <a:pt x="3729997" y="5604922"/>
                  <a:pt x="3674531" y="5604922"/>
                </a:cubicBezTo>
                <a:cubicBezTo>
                  <a:pt x="3595884" y="5604922"/>
                  <a:pt x="3525517" y="5582984"/>
                  <a:pt x="3463427" y="5539107"/>
                </a:cubicBezTo>
                <a:cubicBezTo>
                  <a:pt x="3401338" y="5495231"/>
                  <a:pt x="3352288" y="5428588"/>
                  <a:pt x="3316276" y="5339180"/>
                </a:cubicBezTo>
                <a:cubicBezTo>
                  <a:pt x="3280264" y="5249771"/>
                  <a:pt x="3262258" y="5139667"/>
                  <a:pt x="3262258" y="5008865"/>
                </a:cubicBezTo>
                <a:cubicBezTo>
                  <a:pt x="3262258" y="4815147"/>
                  <a:pt x="3298891" y="4670686"/>
                  <a:pt x="3372156" y="4575482"/>
                </a:cubicBezTo>
                <a:cubicBezTo>
                  <a:pt x="3445421" y="4480279"/>
                  <a:pt x="3543729" y="4432677"/>
                  <a:pt x="3667080" y="4432677"/>
                </a:cubicBezTo>
                <a:cubicBezTo>
                  <a:pt x="3739931" y="4432677"/>
                  <a:pt x="3795398" y="4444060"/>
                  <a:pt x="3833479" y="4466826"/>
                </a:cubicBezTo>
                <a:cubicBezTo>
                  <a:pt x="3871560" y="4489592"/>
                  <a:pt x="3901777" y="4517118"/>
                  <a:pt x="3924129" y="4549405"/>
                </a:cubicBezTo>
                <a:cubicBezTo>
                  <a:pt x="3934063" y="4563478"/>
                  <a:pt x="3943584" y="4573413"/>
                  <a:pt x="3952691" y="4579208"/>
                </a:cubicBezTo>
                <a:cubicBezTo>
                  <a:pt x="3961797" y="4585003"/>
                  <a:pt x="3975870" y="4589556"/>
                  <a:pt x="3994911" y="4592867"/>
                </a:cubicBezTo>
                <a:cubicBezTo>
                  <a:pt x="4012296" y="4595351"/>
                  <a:pt x="4037339" y="4597628"/>
                  <a:pt x="4070039" y="4599697"/>
                </a:cubicBezTo>
                <a:cubicBezTo>
                  <a:pt x="4102740" y="4601767"/>
                  <a:pt x="4132335" y="4602802"/>
                  <a:pt x="4158827" y="4602802"/>
                </a:cubicBezTo>
                <a:cubicBezTo>
                  <a:pt x="4185318" y="4602802"/>
                  <a:pt x="4203531" y="4598662"/>
                  <a:pt x="4213466" y="4590384"/>
                </a:cubicBezTo>
                <a:cubicBezTo>
                  <a:pt x="4217604" y="4587072"/>
                  <a:pt x="4220915" y="4582933"/>
                  <a:pt x="4223399" y="4577966"/>
                </a:cubicBezTo>
                <a:cubicBezTo>
                  <a:pt x="4225883" y="4572999"/>
                  <a:pt x="4227952" y="4565134"/>
                  <a:pt x="4229608" y="4554372"/>
                </a:cubicBezTo>
                <a:cubicBezTo>
                  <a:pt x="4236231" y="4512979"/>
                  <a:pt x="4239542" y="4468275"/>
                  <a:pt x="4239542" y="4420259"/>
                </a:cubicBezTo>
                <a:cubicBezTo>
                  <a:pt x="4239542" y="4402874"/>
                  <a:pt x="4238714" y="4385075"/>
                  <a:pt x="4237059" y="4366862"/>
                </a:cubicBezTo>
                <a:cubicBezTo>
                  <a:pt x="4236231" y="4352789"/>
                  <a:pt x="4234576" y="4342234"/>
                  <a:pt x="4232091" y="4335197"/>
                </a:cubicBezTo>
                <a:cubicBezTo>
                  <a:pt x="4229608" y="4328160"/>
                  <a:pt x="4225469" y="4319675"/>
                  <a:pt x="4219674" y="4309740"/>
                </a:cubicBezTo>
                <a:cubicBezTo>
                  <a:pt x="4184904" y="4255102"/>
                  <a:pt x="4126127" y="4206051"/>
                  <a:pt x="4043341" y="4162589"/>
                </a:cubicBezTo>
                <a:cubicBezTo>
                  <a:pt x="3960555" y="4119126"/>
                  <a:pt x="3839688" y="4097395"/>
                  <a:pt x="3680740" y="4097395"/>
                </a:cubicBezTo>
                <a:close/>
                <a:moveTo>
                  <a:pt x="3631859" y="1385919"/>
                </a:moveTo>
                <a:cubicBezTo>
                  <a:pt x="3780873" y="1385919"/>
                  <a:pt x="3889736" y="1434970"/>
                  <a:pt x="3958448" y="1533071"/>
                </a:cubicBezTo>
                <a:cubicBezTo>
                  <a:pt x="4027160" y="1631172"/>
                  <a:pt x="4061517" y="1780393"/>
                  <a:pt x="4061517" y="1980734"/>
                </a:cubicBezTo>
                <a:cubicBezTo>
                  <a:pt x="4061517" y="2157895"/>
                  <a:pt x="4024470" y="2298217"/>
                  <a:pt x="3950377" y="2401699"/>
                </a:cubicBezTo>
                <a:cubicBezTo>
                  <a:pt x="3876284" y="2505181"/>
                  <a:pt x="3766800" y="2556922"/>
                  <a:pt x="3621925" y="2556922"/>
                </a:cubicBezTo>
                <a:cubicBezTo>
                  <a:pt x="3478706" y="2556922"/>
                  <a:pt x="3370256" y="2504767"/>
                  <a:pt x="3296577" y="2400457"/>
                </a:cubicBezTo>
                <a:cubicBezTo>
                  <a:pt x="3222898" y="2296147"/>
                  <a:pt x="3186058" y="2153756"/>
                  <a:pt x="3186058" y="1973283"/>
                </a:cubicBezTo>
                <a:cubicBezTo>
                  <a:pt x="3186058" y="1778737"/>
                  <a:pt x="3223312" y="1632206"/>
                  <a:pt x="3297819" y="1533692"/>
                </a:cubicBezTo>
                <a:cubicBezTo>
                  <a:pt x="3372326" y="1435177"/>
                  <a:pt x="3483673" y="1385919"/>
                  <a:pt x="3631859" y="1385919"/>
                </a:cubicBezTo>
                <a:close/>
                <a:moveTo>
                  <a:pt x="10225047" y="1080440"/>
                </a:moveTo>
                <a:cubicBezTo>
                  <a:pt x="10138950" y="1080440"/>
                  <a:pt x="10074170" y="1090788"/>
                  <a:pt x="10030707" y="1111485"/>
                </a:cubicBezTo>
                <a:cubicBezTo>
                  <a:pt x="9987245" y="1132181"/>
                  <a:pt x="9957649" y="1165709"/>
                  <a:pt x="9941920" y="1212069"/>
                </a:cubicBezTo>
                <a:cubicBezTo>
                  <a:pt x="9926190" y="1258429"/>
                  <a:pt x="9918326" y="1325486"/>
                  <a:pt x="9918326" y="1413239"/>
                </a:cubicBezTo>
                <a:lnTo>
                  <a:pt x="9918326" y="2528361"/>
                </a:lnTo>
                <a:cubicBezTo>
                  <a:pt x="9918326" y="2614458"/>
                  <a:pt x="9926397" y="2680686"/>
                  <a:pt x="9942541" y="2727046"/>
                </a:cubicBezTo>
                <a:cubicBezTo>
                  <a:pt x="9958684" y="2773406"/>
                  <a:pt x="9988487" y="2807348"/>
                  <a:pt x="10031949" y="2828873"/>
                </a:cubicBezTo>
                <a:cubicBezTo>
                  <a:pt x="10075412" y="2850397"/>
                  <a:pt x="10139777" y="2861159"/>
                  <a:pt x="10225047" y="2861159"/>
                </a:cubicBezTo>
                <a:lnTo>
                  <a:pt x="10849664" y="2861159"/>
                </a:lnTo>
                <a:cubicBezTo>
                  <a:pt x="10862082" y="2861159"/>
                  <a:pt x="10870775" y="2860538"/>
                  <a:pt x="10875742" y="2859297"/>
                </a:cubicBezTo>
                <a:cubicBezTo>
                  <a:pt x="10880709" y="2858055"/>
                  <a:pt x="10886918" y="2855364"/>
                  <a:pt x="10894369" y="2851225"/>
                </a:cubicBezTo>
                <a:cubicBezTo>
                  <a:pt x="10939073" y="2820594"/>
                  <a:pt x="10985847" y="2777960"/>
                  <a:pt x="11034690" y="2723321"/>
                </a:cubicBezTo>
                <a:cubicBezTo>
                  <a:pt x="11042969" y="2714215"/>
                  <a:pt x="11047108" y="2705936"/>
                  <a:pt x="11047108" y="2698485"/>
                </a:cubicBezTo>
                <a:cubicBezTo>
                  <a:pt x="11047108" y="2691863"/>
                  <a:pt x="11042969" y="2683170"/>
                  <a:pt x="11034690" y="2672408"/>
                </a:cubicBezTo>
                <a:cubicBezTo>
                  <a:pt x="10985847" y="2617770"/>
                  <a:pt x="10939073" y="2575135"/>
                  <a:pt x="10894369" y="2544504"/>
                </a:cubicBezTo>
                <a:cubicBezTo>
                  <a:pt x="10886918" y="2539537"/>
                  <a:pt x="10880916" y="2536639"/>
                  <a:pt x="10876363" y="2535812"/>
                </a:cubicBezTo>
                <a:cubicBezTo>
                  <a:pt x="10871809" y="2534984"/>
                  <a:pt x="10862910" y="2534570"/>
                  <a:pt x="10849664" y="2534570"/>
                </a:cubicBezTo>
                <a:lnTo>
                  <a:pt x="10460986" y="2534570"/>
                </a:lnTo>
                <a:cubicBezTo>
                  <a:pt x="10407175" y="2534570"/>
                  <a:pt x="10370128" y="2522980"/>
                  <a:pt x="10349846" y="2499800"/>
                </a:cubicBezTo>
                <a:cubicBezTo>
                  <a:pt x="10329563" y="2476620"/>
                  <a:pt x="10319422" y="2436469"/>
                  <a:pt x="10319422" y="2379347"/>
                </a:cubicBezTo>
                <a:lnTo>
                  <a:pt x="10319422" y="2128506"/>
                </a:lnTo>
                <a:lnTo>
                  <a:pt x="10765223" y="2128506"/>
                </a:lnTo>
                <a:cubicBezTo>
                  <a:pt x="10777641" y="2128506"/>
                  <a:pt x="10786333" y="2127886"/>
                  <a:pt x="10791300" y="2126644"/>
                </a:cubicBezTo>
                <a:cubicBezTo>
                  <a:pt x="10796268" y="2125402"/>
                  <a:pt x="10802476" y="2122711"/>
                  <a:pt x="10809927" y="2118572"/>
                </a:cubicBezTo>
                <a:cubicBezTo>
                  <a:pt x="10854631" y="2087941"/>
                  <a:pt x="10901405" y="2045307"/>
                  <a:pt x="10950249" y="1990668"/>
                </a:cubicBezTo>
                <a:cubicBezTo>
                  <a:pt x="10958527" y="1981562"/>
                  <a:pt x="10962667" y="1973283"/>
                  <a:pt x="10962667" y="1965833"/>
                </a:cubicBezTo>
                <a:cubicBezTo>
                  <a:pt x="10962667" y="1959210"/>
                  <a:pt x="10958527" y="1950517"/>
                  <a:pt x="10950249" y="1939755"/>
                </a:cubicBezTo>
                <a:cubicBezTo>
                  <a:pt x="10901405" y="1885117"/>
                  <a:pt x="10854631" y="1842482"/>
                  <a:pt x="10809927" y="1811851"/>
                </a:cubicBezTo>
                <a:cubicBezTo>
                  <a:pt x="10802476" y="1806884"/>
                  <a:pt x="10796475" y="1803987"/>
                  <a:pt x="10791921" y="1803159"/>
                </a:cubicBezTo>
                <a:cubicBezTo>
                  <a:pt x="10787368" y="1802331"/>
                  <a:pt x="10778469" y="1801917"/>
                  <a:pt x="10765223" y="1801917"/>
                </a:cubicBezTo>
                <a:lnTo>
                  <a:pt x="10319422" y="1801917"/>
                </a:lnTo>
                <a:lnTo>
                  <a:pt x="10319422" y="1561011"/>
                </a:lnTo>
                <a:cubicBezTo>
                  <a:pt x="10319422" y="1503889"/>
                  <a:pt x="10329563" y="1463945"/>
                  <a:pt x="10349846" y="1441179"/>
                </a:cubicBezTo>
                <a:cubicBezTo>
                  <a:pt x="10370128" y="1418413"/>
                  <a:pt x="10407175" y="1407030"/>
                  <a:pt x="10460986" y="1407030"/>
                </a:cubicBezTo>
                <a:lnTo>
                  <a:pt x="10808685" y="1407030"/>
                </a:lnTo>
                <a:cubicBezTo>
                  <a:pt x="10821103" y="1407030"/>
                  <a:pt x="10829796" y="1406409"/>
                  <a:pt x="10834763" y="1405167"/>
                </a:cubicBezTo>
                <a:cubicBezTo>
                  <a:pt x="10839730" y="1403925"/>
                  <a:pt x="10845939" y="1401235"/>
                  <a:pt x="10853390" y="1397095"/>
                </a:cubicBezTo>
                <a:cubicBezTo>
                  <a:pt x="10898094" y="1366465"/>
                  <a:pt x="10944868" y="1323830"/>
                  <a:pt x="10993711" y="1269191"/>
                </a:cubicBezTo>
                <a:cubicBezTo>
                  <a:pt x="11001990" y="1260085"/>
                  <a:pt x="11006129" y="1251806"/>
                  <a:pt x="11006129" y="1244356"/>
                </a:cubicBezTo>
                <a:cubicBezTo>
                  <a:pt x="11006129" y="1237733"/>
                  <a:pt x="11001990" y="1229040"/>
                  <a:pt x="10993711" y="1218278"/>
                </a:cubicBezTo>
                <a:cubicBezTo>
                  <a:pt x="10944868" y="1163640"/>
                  <a:pt x="10898094" y="1121005"/>
                  <a:pt x="10853390" y="1090374"/>
                </a:cubicBezTo>
                <a:cubicBezTo>
                  <a:pt x="10845939" y="1085407"/>
                  <a:pt x="10839937" y="1082510"/>
                  <a:pt x="10835384" y="1081682"/>
                </a:cubicBezTo>
                <a:cubicBezTo>
                  <a:pt x="10830831" y="1080854"/>
                  <a:pt x="10821931" y="1080440"/>
                  <a:pt x="10808685" y="1080440"/>
                </a:cubicBezTo>
                <a:close/>
                <a:moveTo>
                  <a:pt x="6938922" y="1080440"/>
                </a:moveTo>
                <a:cubicBezTo>
                  <a:pt x="6852825" y="1080440"/>
                  <a:pt x="6788045" y="1090788"/>
                  <a:pt x="6744583" y="1111485"/>
                </a:cubicBezTo>
                <a:cubicBezTo>
                  <a:pt x="6701120" y="1132181"/>
                  <a:pt x="6671524" y="1165709"/>
                  <a:pt x="6655795" y="1212069"/>
                </a:cubicBezTo>
                <a:cubicBezTo>
                  <a:pt x="6640066" y="1258429"/>
                  <a:pt x="6632201" y="1325486"/>
                  <a:pt x="6632201" y="1413239"/>
                </a:cubicBezTo>
                <a:lnTo>
                  <a:pt x="6632201" y="2795345"/>
                </a:lnTo>
                <a:cubicBezTo>
                  <a:pt x="6632201" y="2820180"/>
                  <a:pt x="6637375" y="2837358"/>
                  <a:pt x="6647723" y="2846878"/>
                </a:cubicBezTo>
                <a:cubicBezTo>
                  <a:pt x="6658072" y="2856399"/>
                  <a:pt x="6675664" y="2861159"/>
                  <a:pt x="6700499" y="2861159"/>
                </a:cubicBezTo>
                <a:lnTo>
                  <a:pt x="6964999" y="2861159"/>
                </a:lnTo>
                <a:cubicBezTo>
                  <a:pt x="6989835" y="2861159"/>
                  <a:pt x="7007427" y="2856399"/>
                  <a:pt x="7017775" y="2846878"/>
                </a:cubicBezTo>
                <a:cubicBezTo>
                  <a:pt x="7028123" y="2837358"/>
                  <a:pt x="7033297" y="2820180"/>
                  <a:pt x="7033297" y="2795345"/>
                </a:cubicBezTo>
                <a:lnTo>
                  <a:pt x="7033297" y="1542384"/>
                </a:lnTo>
                <a:cubicBezTo>
                  <a:pt x="7033297" y="1485262"/>
                  <a:pt x="7043439" y="1445318"/>
                  <a:pt x="7063721" y="1422552"/>
                </a:cubicBezTo>
                <a:cubicBezTo>
                  <a:pt x="7084004" y="1399786"/>
                  <a:pt x="7121050" y="1388403"/>
                  <a:pt x="7174861" y="1388403"/>
                </a:cubicBezTo>
                <a:lnTo>
                  <a:pt x="7249368" y="1388403"/>
                </a:lnTo>
                <a:cubicBezTo>
                  <a:pt x="7327187" y="1388403"/>
                  <a:pt x="7387413" y="1409099"/>
                  <a:pt x="7430048" y="1450492"/>
                </a:cubicBezTo>
                <a:cubicBezTo>
                  <a:pt x="7472682" y="1491885"/>
                  <a:pt x="7494000" y="1554388"/>
                  <a:pt x="7494000" y="1638002"/>
                </a:cubicBezTo>
                <a:cubicBezTo>
                  <a:pt x="7494000" y="1725754"/>
                  <a:pt x="7474338" y="1791569"/>
                  <a:pt x="7435015" y="1835445"/>
                </a:cubicBezTo>
                <a:cubicBezTo>
                  <a:pt x="7395692" y="1879322"/>
                  <a:pt x="7343744" y="1901260"/>
                  <a:pt x="7279171" y="1901260"/>
                </a:cubicBezTo>
                <a:cubicBezTo>
                  <a:pt x="7260958" y="1901260"/>
                  <a:pt x="7247298" y="1902502"/>
                  <a:pt x="7238192" y="1904985"/>
                </a:cubicBezTo>
                <a:cubicBezTo>
                  <a:pt x="7229086" y="1907469"/>
                  <a:pt x="7217909" y="1913678"/>
                  <a:pt x="7204664" y="1923612"/>
                </a:cubicBezTo>
                <a:cubicBezTo>
                  <a:pt x="7190590" y="1933546"/>
                  <a:pt x="7174033" y="1948241"/>
                  <a:pt x="7154992" y="1967695"/>
                </a:cubicBezTo>
                <a:cubicBezTo>
                  <a:pt x="7135952" y="1987150"/>
                  <a:pt x="7121464" y="2004328"/>
                  <a:pt x="7111530" y="2019229"/>
                </a:cubicBezTo>
                <a:cubicBezTo>
                  <a:pt x="7095801" y="2042409"/>
                  <a:pt x="7087936" y="2060622"/>
                  <a:pt x="7087936" y="2073868"/>
                </a:cubicBezTo>
                <a:cubicBezTo>
                  <a:pt x="7087936" y="2083802"/>
                  <a:pt x="7093524" y="2094978"/>
                  <a:pt x="7104700" y="2107396"/>
                </a:cubicBezTo>
                <a:cubicBezTo>
                  <a:pt x="7115876" y="2119814"/>
                  <a:pt x="7134710" y="2136371"/>
                  <a:pt x="7161201" y="2157068"/>
                </a:cubicBezTo>
                <a:cubicBezTo>
                  <a:pt x="7361543" y="2316844"/>
                  <a:pt x="7513040" y="2525877"/>
                  <a:pt x="7615695" y="2784169"/>
                </a:cubicBezTo>
                <a:cubicBezTo>
                  <a:pt x="7628112" y="2814799"/>
                  <a:pt x="7641979" y="2835288"/>
                  <a:pt x="7657294" y="2845637"/>
                </a:cubicBezTo>
                <a:cubicBezTo>
                  <a:pt x="7672610" y="2855985"/>
                  <a:pt x="7692271" y="2861159"/>
                  <a:pt x="7716279" y="2861159"/>
                </a:cubicBezTo>
                <a:lnTo>
                  <a:pt x="8003131" y="2861159"/>
                </a:lnTo>
                <a:cubicBezTo>
                  <a:pt x="8019688" y="2861159"/>
                  <a:pt x="8031485" y="2857848"/>
                  <a:pt x="8038522" y="2851225"/>
                </a:cubicBezTo>
                <a:cubicBezTo>
                  <a:pt x="8045559" y="2844602"/>
                  <a:pt x="8049077" y="2834668"/>
                  <a:pt x="8049077" y="2821422"/>
                </a:cubicBezTo>
                <a:cubicBezTo>
                  <a:pt x="8049077" y="2811488"/>
                  <a:pt x="8047836" y="2799898"/>
                  <a:pt x="8045352" y="2786652"/>
                </a:cubicBezTo>
                <a:cubicBezTo>
                  <a:pt x="8029623" y="2712973"/>
                  <a:pt x="7999199" y="2628531"/>
                  <a:pt x="7954081" y="2533328"/>
                </a:cubicBezTo>
                <a:cubicBezTo>
                  <a:pt x="7908963" y="2438125"/>
                  <a:pt x="7854324" y="2347888"/>
                  <a:pt x="7790165" y="2262619"/>
                </a:cubicBezTo>
                <a:cubicBezTo>
                  <a:pt x="7726006" y="2177350"/>
                  <a:pt x="7659157" y="2111535"/>
                  <a:pt x="7589617" y="2065175"/>
                </a:cubicBezTo>
                <a:lnTo>
                  <a:pt x="7589617" y="2058967"/>
                </a:lnTo>
                <a:cubicBezTo>
                  <a:pt x="7681509" y="2025852"/>
                  <a:pt x="7758914" y="1971628"/>
                  <a:pt x="7821831" y="1896293"/>
                </a:cubicBezTo>
                <a:cubicBezTo>
                  <a:pt x="7884748" y="1820958"/>
                  <a:pt x="7916206" y="1714992"/>
                  <a:pt x="7916206" y="1578396"/>
                </a:cubicBezTo>
                <a:cubicBezTo>
                  <a:pt x="7916206" y="1410341"/>
                  <a:pt x="7862396" y="1285335"/>
                  <a:pt x="7754774" y="1203377"/>
                </a:cubicBezTo>
                <a:cubicBezTo>
                  <a:pt x="7647153" y="1121419"/>
                  <a:pt x="7484893" y="1080440"/>
                  <a:pt x="7267995" y="1080440"/>
                </a:cubicBezTo>
                <a:close/>
                <a:moveTo>
                  <a:pt x="1983299" y="1053121"/>
                </a:moveTo>
                <a:cubicBezTo>
                  <a:pt x="1851670" y="1053121"/>
                  <a:pt x="1736184" y="1073196"/>
                  <a:pt x="1636841" y="1113348"/>
                </a:cubicBezTo>
                <a:cubicBezTo>
                  <a:pt x="1537498" y="1153498"/>
                  <a:pt x="1460094" y="1213104"/>
                  <a:pt x="1404627" y="1292165"/>
                </a:cubicBezTo>
                <a:cubicBezTo>
                  <a:pt x="1349161" y="1371225"/>
                  <a:pt x="1321428" y="1467049"/>
                  <a:pt x="1321428" y="1579638"/>
                </a:cubicBezTo>
                <a:cubicBezTo>
                  <a:pt x="1321428" y="1673185"/>
                  <a:pt x="1336536" y="1752246"/>
                  <a:pt x="1366753" y="1816819"/>
                </a:cubicBezTo>
                <a:cubicBezTo>
                  <a:pt x="1396970" y="1881391"/>
                  <a:pt x="1444157" y="1936651"/>
                  <a:pt x="1508316" y="1982597"/>
                </a:cubicBezTo>
                <a:cubicBezTo>
                  <a:pt x="1572475" y="2028543"/>
                  <a:pt x="1658365" y="2069315"/>
                  <a:pt x="1765987" y="2104913"/>
                </a:cubicBezTo>
                <a:cubicBezTo>
                  <a:pt x="1858707" y="2136371"/>
                  <a:pt x="1930937" y="2166174"/>
                  <a:pt x="1982678" y="2194321"/>
                </a:cubicBezTo>
                <a:cubicBezTo>
                  <a:pt x="2034419" y="2222468"/>
                  <a:pt x="2070431" y="2250615"/>
                  <a:pt x="2090713" y="2278762"/>
                </a:cubicBezTo>
                <a:cubicBezTo>
                  <a:pt x="2110996" y="2306909"/>
                  <a:pt x="2121137" y="2337954"/>
                  <a:pt x="2121137" y="2371896"/>
                </a:cubicBezTo>
                <a:cubicBezTo>
                  <a:pt x="2121137" y="2433158"/>
                  <a:pt x="2100233" y="2480552"/>
                  <a:pt x="2058427" y="2514081"/>
                </a:cubicBezTo>
                <a:cubicBezTo>
                  <a:pt x="2016620" y="2547609"/>
                  <a:pt x="1955566" y="2564373"/>
                  <a:pt x="1875264" y="2564373"/>
                </a:cubicBezTo>
                <a:cubicBezTo>
                  <a:pt x="1801585" y="2564373"/>
                  <a:pt x="1744255" y="2553610"/>
                  <a:pt x="1703276" y="2532086"/>
                </a:cubicBezTo>
                <a:cubicBezTo>
                  <a:pt x="1662298" y="2510562"/>
                  <a:pt x="1628563" y="2485727"/>
                  <a:pt x="1602071" y="2457579"/>
                </a:cubicBezTo>
                <a:cubicBezTo>
                  <a:pt x="1586342" y="2441022"/>
                  <a:pt x="1573096" y="2429639"/>
                  <a:pt x="1562334" y="2423430"/>
                </a:cubicBezTo>
                <a:cubicBezTo>
                  <a:pt x="1551572" y="2417221"/>
                  <a:pt x="1537912" y="2414117"/>
                  <a:pt x="1521355" y="2414117"/>
                </a:cubicBezTo>
                <a:cubicBezTo>
                  <a:pt x="1503970" y="2414117"/>
                  <a:pt x="1475823" y="2416600"/>
                  <a:pt x="1436914" y="2421567"/>
                </a:cubicBezTo>
                <a:cubicBezTo>
                  <a:pt x="1398005" y="2426535"/>
                  <a:pt x="1367374" y="2431502"/>
                  <a:pt x="1345022" y="2436469"/>
                </a:cubicBezTo>
                <a:cubicBezTo>
                  <a:pt x="1331776" y="2439780"/>
                  <a:pt x="1322255" y="2444747"/>
                  <a:pt x="1316460" y="2451370"/>
                </a:cubicBezTo>
                <a:cubicBezTo>
                  <a:pt x="1313149" y="2455510"/>
                  <a:pt x="1310873" y="2460063"/>
                  <a:pt x="1309631" y="2465030"/>
                </a:cubicBezTo>
                <a:cubicBezTo>
                  <a:pt x="1308389" y="2469997"/>
                  <a:pt x="1307768" y="2475792"/>
                  <a:pt x="1307768" y="2482415"/>
                </a:cubicBezTo>
                <a:cubicBezTo>
                  <a:pt x="1306940" y="2491521"/>
                  <a:pt x="1306526" y="2504353"/>
                  <a:pt x="1306526" y="2520910"/>
                </a:cubicBezTo>
                <a:cubicBezTo>
                  <a:pt x="1306526" y="2557336"/>
                  <a:pt x="1310666" y="2597487"/>
                  <a:pt x="1318944" y="2641363"/>
                </a:cubicBezTo>
                <a:cubicBezTo>
                  <a:pt x="1321428" y="2652953"/>
                  <a:pt x="1325153" y="2663302"/>
                  <a:pt x="1330120" y="2672408"/>
                </a:cubicBezTo>
                <a:cubicBezTo>
                  <a:pt x="1335087" y="2681514"/>
                  <a:pt x="1342124" y="2692690"/>
                  <a:pt x="1351231" y="2705936"/>
                </a:cubicBezTo>
                <a:cubicBezTo>
                  <a:pt x="1392623" y="2758919"/>
                  <a:pt x="1454713" y="2803002"/>
                  <a:pt x="1537498" y="2838186"/>
                </a:cubicBezTo>
                <a:cubicBezTo>
                  <a:pt x="1620284" y="2873370"/>
                  <a:pt x="1732873" y="2890962"/>
                  <a:pt x="1875264" y="2890962"/>
                </a:cubicBezTo>
                <a:cubicBezTo>
                  <a:pt x="2005238" y="2890962"/>
                  <a:pt x="2120517" y="2870058"/>
                  <a:pt x="2221101" y="2828252"/>
                </a:cubicBezTo>
                <a:cubicBezTo>
                  <a:pt x="2321685" y="2786445"/>
                  <a:pt x="2400538" y="2723321"/>
                  <a:pt x="2457661" y="2638880"/>
                </a:cubicBezTo>
                <a:cubicBezTo>
                  <a:pt x="2514783" y="2554439"/>
                  <a:pt x="2543344" y="2450542"/>
                  <a:pt x="2543344" y="2327192"/>
                </a:cubicBezTo>
                <a:cubicBezTo>
                  <a:pt x="2543344" y="2229505"/>
                  <a:pt x="2525545" y="2149410"/>
                  <a:pt x="2489947" y="2086907"/>
                </a:cubicBezTo>
                <a:cubicBezTo>
                  <a:pt x="2454349" y="2024403"/>
                  <a:pt x="2404057" y="1973490"/>
                  <a:pt x="2339070" y="1934167"/>
                </a:cubicBezTo>
                <a:cubicBezTo>
                  <a:pt x="2274084" y="1894844"/>
                  <a:pt x="2187365" y="1856142"/>
                  <a:pt x="2078917" y="1818060"/>
                </a:cubicBezTo>
                <a:cubicBezTo>
                  <a:pt x="1992819" y="1787430"/>
                  <a:pt x="1926798" y="1761352"/>
                  <a:pt x="1880852" y="1739828"/>
                </a:cubicBezTo>
                <a:cubicBezTo>
                  <a:pt x="1834906" y="1718304"/>
                  <a:pt x="1800550" y="1694296"/>
                  <a:pt x="1777783" y="1667804"/>
                </a:cubicBezTo>
                <a:cubicBezTo>
                  <a:pt x="1755017" y="1641313"/>
                  <a:pt x="1743635" y="1609026"/>
                  <a:pt x="1743635" y="1570945"/>
                </a:cubicBezTo>
                <a:cubicBezTo>
                  <a:pt x="1743635" y="1517134"/>
                  <a:pt x="1763296" y="1471809"/>
                  <a:pt x="1802619" y="1434970"/>
                </a:cubicBezTo>
                <a:cubicBezTo>
                  <a:pt x="1841943" y="1398130"/>
                  <a:pt x="1902169" y="1379710"/>
                  <a:pt x="1983299" y="1379710"/>
                </a:cubicBezTo>
                <a:cubicBezTo>
                  <a:pt x="2037937" y="1379710"/>
                  <a:pt x="2079330" y="1387989"/>
                  <a:pt x="2107478" y="1404546"/>
                </a:cubicBezTo>
                <a:cubicBezTo>
                  <a:pt x="2135625" y="1421103"/>
                  <a:pt x="2160875" y="1441800"/>
                  <a:pt x="2183226" y="1466635"/>
                </a:cubicBezTo>
                <a:cubicBezTo>
                  <a:pt x="2193161" y="1477397"/>
                  <a:pt x="2201232" y="1484641"/>
                  <a:pt x="2207441" y="1488367"/>
                </a:cubicBezTo>
                <a:cubicBezTo>
                  <a:pt x="2213650" y="1492092"/>
                  <a:pt x="2224619" y="1495610"/>
                  <a:pt x="2240349" y="1498922"/>
                </a:cubicBezTo>
                <a:cubicBezTo>
                  <a:pt x="2284225" y="1508856"/>
                  <a:pt x="2346314" y="1512995"/>
                  <a:pt x="2426616" y="1511340"/>
                </a:cubicBezTo>
                <a:cubicBezTo>
                  <a:pt x="2439034" y="1511340"/>
                  <a:pt x="2448140" y="1509270"/>
                  <a:pt x="2453935" y="1505130"/>
                </a:cubicBezTo>
                <a:cubicBezTo>
                  <a:pt x="2460558" y="1500163"/>
                  <a:pt x="2465112" y="1491057"/>
                  <a:pt x="2467595" y="1477811"/>
                </a:cubicBezTo>
                <a:cubicBezTo>
                  <a:pt x="2473390" y="1431451"/>
                  <a:pt x="2476288" y="1387989"/>
                  <a:pt x="2476288" y="1347424"/>
                </a:cubicBezTo>
                <a:cubicBezTo>
                  <a:pt x="2476288" y="1332523"/>
                  <a:pt x="2475460" y="1311826"/>
                  <a:pt x="2473804" y="1285335"/>
                </a:cubicBezTo>
                <a:cubicBezTo>
                  <a:pt x="2472148" y="1275400"/>
                  <a:pt x="2470493" y="1267743"/>
                  <a:pt x="2468836" y="1262362"/>
                </a:cubicBezTo>
                <a:cubicBezTo>
                  <a:pt x="2467181" y="1256981"/>
                  <a:pt x="2463042" y="1249323"/>
                  <a:pt x="2456419" y="1239389"/>
                </a:cubicBezTo>
                <a:cubicBezTo>
                  <a:pt x="2441518" y="1215381"/>
                  <a:pt x="2415026" y="1189303"/>
                  <a:pt x="2376945" y="1161156"/>
                </a:cubicBezTo>
                <a:cubicBezTo>
                  <a:pt x="2338863" y="1133009"/>
                  <a:pt x="2286501" y="1107966"/>
                  <a:pt x="2219859" y="1086028"/>
                </a:cubicBezTo>
                <a:cubicBezTo>
                  <a:pt x="2153217" y="1064090"/>
                  <a:pt x="2074363" y="1053121"/>
                  <a:pt x="1983299" y="1053121"/>
                </a:cubicBezTo>
                <a:close/>
                <a:moveTo>
                  <a:pt x="3643035" y="1050637"/>
                </a:moveTo>
                <a:cubicBezTo>
                  <a:pt x="3457595" y="1050637"/>
                  <a:pt x="3299268" y="1085407"/>
                  <a:pt x="3168053" y="1154947"/>
                </a:cubicBezTo>
                <a:cubicBezTo>
                  <a:pt x="3036837" y="1224487"/>
                  <a:pt x="2936666" y="1329625"/>
                  <a:pt x="2867541" y="1470361"/>
                </a:cubicBezTo>
                <a:cubicBezTo>
                  <a:pt x="2798415" y="1611096"/>
                  <a:pt x="2763851" y="1785774"/>
                  <a:pt x="2763851" y="1994394"/>
                </a:cubicBezTo>
                <a:cubicBezTo>
                  <a:pt x="2763851" y="2190595"/>
                  <a:pt x="2798415" y="2355753"/>
                  <a:pt x="2867541" y="2489866"/>
                </a:cubicBezTo>
                <a:cubicBezTo>
                  <a:pt x="2936666" y="2623979"/>
                  <a:pt x="3034974" y="2724563"/>
                  <a:pt x="3162464" y="2791619"/>
                </a:cubicBezTo>
                <a:cubicBezTo>
                  <a:pt x="3289954" y="2858675"/>
                  <a:pt x="3440624" y="2892204"/>
                  <a:pt x="3614474" y="2892204"/>
                </a:cubicBezTo>
                <a:cubicBezTo>
                  <a:pt x="3795774" y="2892204"/>
                  <a:pt x="3951205" y="2858055"/>
                  <a:pt x="4080764" y="2789757"/>
                </a:cubicBezTo>
                <a:cubicBezTo>
                  <a:pt x="4210323" y="2721459"/>
                  <a:pt x="4309873" y="2617770"/>
                  <a:pt x="4379414" y="2478690"/>
                </a:cubicBezTo>
                <a:cubicBezTo>
                  <a:pt x="4448952" y="2339610"/>
                  <a:pt x="4483722" y="2166174"/>
                  <a:pt x="4483722" y="1958382"/>
                </a:cubicBezTo>
                <a:cubicBezTo>
                  <a:pt x="4483722" y="1762180"/>
                  <a:pt x="4449988" y="1596195"/>
                  <a:pt x="4382517" y="1460426"/>
                </a:cubicBezTo>
                <a:cubicBezTo>
                  <a:pt x="4315047" y="1324658"/>
                  <a:pt x="4218394" y="1222417"/>
                  <a:pt x="4092561" y="1153706"/>
                </a:cubicBezTo>
                <a:cubicBezTo>
                  <a:pt x="3966727" y="1084993"/>
                  <a:pt x="3816885" y="1050637"/>
                  <a:pt x="3643035" y="1050637"/>
                </a:cubicBezTo>
                <a:close/>
                <a:moveTo>
                  <a:pt x="9043314" y="1049395"/>
                </a:moveTo>
                <a:cubicBezTo>
                  <a:pt x="8871120" y="1049395"/>
                  <a:pt x="8721899" y="1085614"/>
                  <a:pt x="8595650" y="1158052"/>
                </a:cubicBezTo>
                <a:cubicBezTo>
                  <a:pt x="8469402" y="1230489"/>
                  <a:pt x="8372337" y="1336041"/>
                  <a:pt x="8304452" y="1474707"/>
                </a:cubicBezTo>
                <a:cubicBezTo>
                  <a:pt x="8236568" y="1613373"/>
                  <a:pt x="8202626" y="1779979"/>
                  <a:pt x="8202626" y="1974525"/>
                </a:cubicBezTo>
                <a:cubicBezTo>
                  <a:pt x="8202626" y="2306495"/>
                  <a:pt x="8275891" y="2542434"/>
                  <a:pt x="8422422" y="2682342"/>
                </a:cubicBezTo>
                <a:cubicBezTo>
                  <a:pt x="8568952" y="2822250"/>
                  <a:pt x="8768880" y="2892204"/>
                  <a:pt x="9022204" y="2892204"/>
                </a:cubicBezTo>
                <a:cubicBezTo>
                  <a:pt x="9150522" y="2892204"/>
                  <a:pt x="9257729" y="2877716"/>
                  <a:pt x="9343826" y="2848741"/>
                </a:cubicBezTo>
                <a:cubicBezTo>
                  <a:pt x="9429923" y="2819766"/>
                  <a:pt x="9494082" y="2788101"/>
                  <a:pt x="9536303" y="2753745"/>
                </a:cubicBezTo>
                <a:cubicBezTo>
                  <a:pt x="9578523" y="2719389"/>
                  <a:pt x="9608326" y="2687723"/>
                  <a:pt x="9625711" y="2658748"/>
                </a:cubicBezTo>
                <a:cubicBezTo>
                  <a:pt x="9632334" y="2647986"/>
                  <a:pt x="9636473" y="2639915"/>
                  <a:pt x="9638129" y="2634533"/>
                </a:cubicBezTo>
                <a:cubicBezTo>
                  <a:pt x="9639785" y="2629153"/>
                  <a:pt x="9641440" y="2621495"/>
                  <a:pt x="9643096" y="2611560"/>
                </a:cubicBezTo>
                <a:cubicBezTo>
                  <a:pt x="9644752" y="2583413"/>
                  <a:pt x="9645580" y="2558992"/>
                  <a:pt x="9645580" y="2538295"/>
                </a:cubicBezTo>
                <a:cubicBezTo>
                  <a:pt x="9645580" y="2504353"/>
                  <a:pt x="9643924" y="2465858"/>
                  <a:pt x="9640613" y="2422809"/>
                </a:cubicBezTo>
                <a:cubicBezTo>
                  <a:pt x="9638957" y="2403769"/>
                  <a:pt x="9634818" y="2391351"/>
                  <a:pt x="9628195" y="2385556"/>
                </a:cubicBezTo>
                <a:cubicBezTo>
                  <a:pt x="9621572" y="2379761"/>
                  <a:pt x="9609568" y="2376449"/>
                  <a:pt x="9592183" y="2375621"/>
                </a:cubicBezTo>
                <a:cubicBezTo>
                  <a:pt x="9573970" y="2373966"/>
                  <a:pt x="9550376" y="2373138"/>
                  <a:pt x="9521401" y="2373138"/>
                </a:cubicBezTo>
                <a:cubicBezTo>
                  <a:pt x="9448550" y="2373138"/>
                  <a:pt x="9400948" y="2376449"/>
                  <a:pt x="9378596" y="2383072"/>
                </a:cubicBezTo>
                <a:cubicBezTo>
                  <a:pt x="9363694" y="2386384"/>
                  <a:pt x="9351898" y="2391765"/>
                  <a:pt x="9343205" y="2399215"/>
                </a:cubicBezTo>
                <a:cubicBezTo>
                  <a:pt x="9334512" y="2406666"/>
                  <a:pt x="9323130" y="2419498"/>
                  <a:pt x="9309056" y="2437711"/>
                </a:cubicBezTo>
                <a:cubicBezTo>
                  <a:pt x="9290016" y="2462546"/>
                  <a:pt x="9271388" y="2483036"/>
                  <a:pt x="9253176" y="2499179"/>
                </a:cubicBezTo>
                <a:cubicBezTo>
                  <a:pt x="9234963" y="2515322"/>
                  <a:pt x="9208264" y="2528982"/>
                  <a:pt x="9173080" y="2540158"/>
                </a:cubicBezTo>
                <a:cubicBezTo>
                  <a:pt x="9137896" y="2551334"/>
                  <a:pt x="9092572" y="2556922"/>
                  <a:pt x="9037105" y="2556922"/>
                </a:cubicBezTo>
                <a:cubicBezTo>
                  <a:pt x="8958459" y="2556922"/>
                  <a:pt x="8888091" y="2534984"/>
                  <a:pt x="8826002" y="2491107"/>
                </a:cubicBezTo>
                <a:cubicBezTo>
                  <a:pt x="8763912" y="2447231"/>
                  <a:pt x="8714862" y="2380589"/>
                  <a:pt x="8678850" y="2291180"/>
                </a:cubicBezTo>
                <a:cubicBezTo>
                  <a:pt x="8642838" y="2201772"/>
                  <a:pt x="8624832" y="2091667"/>
                  <a:pt x="8624832" y="1960866"/>
                </a:cubicBezTo>
                <a:cubicBezTo>
                  <a:pt x="8624832" y="1767147"/>
                  <a:pt x="8661466" y="1622686"/>
                  <a:pt x="8734730" y="1527483"/>
                </a:cubicBezTo>
                <a:cubicBezTo>
                  <a:pt x="8807996" y="1432279"/>
                  <a:pt x="8906304" y="1384677"/>
                  <a:pt x="9029654" y="1384677"/>
                </a:cubicBezTo>
                <a:cubicBezTo>
                  <a:pt x="9102506" y="1384677"/>
                  <a:pt x="9157972" y="1396060"/>
                  <a:pt x="9196054" y="1418827"/>
                </a:cubicBezTo>
                <a:cubicBezTo>
                  <a:pt x="9234135" y="1441593"/>
                  <a:pt x="9264352" y="1469119"/>
                  <a:pt x="9286704" y="1501405"/>
                </a:cubicBezTo>
                <a:cubicBezTo>
                  <a:pt x="9296638" y="1515479"/>
                  <a:pt x="9306158" y="1525413"/>
                  <a:pt x="9315265" y="1531208"/>
                </a:cubicBezTo>
                <a:cubicBezTo>
                  <a:pt x="9324372" y="1537003"/>
                  <a:pt x="9338445" y="1541556"/>
                  <a:pt x="9357486" y="1544868"/>
                </a:cubicBezTo>
                <a:cubicBezTo>
                  <a:pt x="9374871" y="1547351"/>
                  <a:pt x="9399913" y="1549628"/>
                  <a:pt x="9432614" y="1551698"/>
                </a:cubicBezTo>
                <a:cubicBezTo>
                  <a:pt x="9465314" y="1553767"/>
                  <a:pt x="9494910" y="1554802"/>
                  <a:pt x="9521401" y="1554802"/>
                </a:cubicBezTo>
                <a:cubicBezTo>
                  <a:pt x="9547893" y="1554802"/>
                  <a:pt x="9566105" y="1550663"/>
                  <a:pt x="9576040" y="1542384"/>
                </a:cubicBezTo>
                <a:cubicBezTo>
                  <a:pt x="9580179" y="1539073"/>
                  <a:pt x="9583490" y="1534933"/>
                  <a:pt x="9585974" y="1529966"/>
                </a:cubicBezTo>
                <a:cubicBezTo>
                  <a:pt x="9588458" y="1524999"/>
                  <a:pt x="9590527" y="1517134"/>
                  <a:pt x="9592183" y="1506372"/>
                </a:cubicBezTo>
                <a:cubicBezTo>
                  <a:pt x="9598806" y="1464980"/>
                  <a:pt x="9602117" y="1420275"/>
                  <a:pt x="9602117" y="1372260"/>
                </a:cubicBezTo>
                <a:cubicBezTo>
                  <a:pt x="9602117" y="1354874"/>
                  <a:pt x="9601289" y="1337076"/>
                  <a:pt x="9599634" y="1318863"/>
                </a:cubicBezTo>
                <a:cubicBezTo>
                  <a:pt x="9598806" y="1304789"/>
                  <a:pt x="9597150" y="1294234"/>
                  <a:pt x="9594666" y="1287197"/>
                </a:cubicBezTo>
                <a:cubicBezTo>
                  <a:pt x="9592183" y="1280161"/>
                  <a:pt x="9588044" y="1271675"/>
                  <a:pt x="9582249" y="1261741"/>
                </a:cubicBezTo>
                <a:cubicBezTo>
                  <a:pt x="9547479" y="1207102"/>
                  <a:pt x="9488701" y="1158052"/>
                  <a:pt x="9405915" y="1114589"/>
                </a:cubicBezTo>
                <a:cubicBezTo>
                  <a:pt x="9323130" y="1071127"/>
                  <a:pt x="9202262" y="1049395"/>
                  <a:pt x="9043314" y="1049395"/>
                </a:cubicBezTo>
                <a:close/>
                <a:moveTo>
                  <a:pt x="4980144" y="1036978"/>
                </a:moveTo>
                <a:cubicBezTo>
                  <a:pt x="4974349" y="1036978"/>
                  <a:pt x="4969175" y="1038012"/>
                  <a:pt x="4964621" y="1040082"/>
                </a:cubicBezTo>
                <a:cubicBezTo>
                  <a:pt x="4960068" y="1042152"/>
                  <a:pt x="4954481" y="1046084"/>
                  <a:pt x="4947857" y="1051879"/>
                </a:cubicBezTo>
                <a:cubicBezTo>
                  <a:pt x="4880801" y="1112313"/>
                  <a:pt x="4828646" y="1169849"/>
                  <a:pt x="4791392" y="1224487"/>
                </a:cubicBezTo>
                <a:cubicBezTo>
                  <a:pt x="4785597" y="1233594"/>
                  <a:pt x="4782079" y="1241044"/>
                  <a:pt x="4780837" y="1246839"/>
                </a:cubicBezTo>
                <a:cubicBezTo>
                  <a:pt x="4779595" y="1252634"/>
                  <a:pt x="4778974" y="1263396"/>
                  <a:pt x="4778974" y="1279126"/>
                </a:cubicBezTo>
                <a:lnTo>
                  <a:pt x="4778974" y="2188112"/>
                </a:lnTo>
                <a:cubicBezTo>
                  <a:pt x="4778974" y="2367757"/>
                  <a:pt x="4807122" y="2508906"/>
                  <a:pt x="4863416" y="2611560"/>
                </a:cubicBezTo>
                <a:cubicBezTo>
                  <a:pt x="4919710" y="2714215"/>
                  <a:pt x="5001047" y="2786445"/>
                  <a:pt x="5107427" y="2828252"/>
                </a:cubicBezTo>
                <a:cubicBezTo>
                  <a:pt x="5213806" y="2870058"/>
                  <a:pt x="5349368" y="2890962"/>
                  <a:pt x="5514111" y="2890962"/>
                </a:cubicBezTo>
                <a:cubicBezTo>
                  <a:pt x="5668092" y="2890962"/>
                  <a:pt x="5798894" y="2869852"/>
                  <a:pt x="5906515" y="2827631"/>
                </a:cubicBezTo>
                <a:cubicBezTo>
                  <a:pt x="6014136" y="2785411"/>
                  <a:pt x="6098371" y="2712559"/>
                  <a:pt x="6159218" y="2609077"/>
                </a:cubicBezTo>
                <a:cubicBezTo>
                  <a:pt x="6220066" y="2505595"/>
                  <a:pt x="6250489" y="2365273"/>
                  <a:pt x="6250489" y="2188112"/>
                </a:cubicBezTo>
                <a:lnTo>
                  <a:pt x="6250489" y="1279126"/>
                </a:lnTo>
                <a:cubicBezTo>
                  <a:pt x="6250489" y="1264224"/>
                  <a:pt x="6249869" y="1253462"/>
                  <a:pt x="6248627" y="1246839"/>
                </a:cubicBezTo>
                <a:cubicBezTo>
                  <a:pt x="6247385" y="1240217"/>
                  <a:pt x="6243867" y="1232766"/>
                  <a:pt x="6238072" y="1224487"/>
                </a:cubicBezTo>
                <a:cubicBezTo>
                  <a:pt x="6199162" y="1167365"/>
                  <a:pt x="6147007" y="1109829"/>
                  <a:pt x="6081607" y="1051879"/>
                </a:cubicBezTo>
                <a:cubicBezTo>
                  <a:pt x="6070845" y="1041945"/>
                  <a:pt x="6060496" y="1036978"/>
                  <a:pt x="6050562" y="1036978"/>
                </a:cubicBezTo>
                <a:cubicBezTo>
                  <a:pt x="6044767" y="1036978"/>
                  <a:pt x="6039593" y="1038012"/>
                  <a:pt x="6035040" y="1040082"/>
                </a:cubicBezTo>
                <a:cubicBezTo>
                  <a:pt x="6030487" y="1042152"/>
                  <a:pt x="6024899" y="1046084"/>
                  <a:pt x="6018276" y="1051879"/>
                </a:cubicBezTo>
                <a:cubicBezTo>
                  <a:pt x="5951219" y="1112313"/>
                  <a:pt x="5899064" y="1169849"/>
                  <a:pt x="5861811" y="1224487"/>
                </a:cubicBezTo>
                <a:cubicBezTo>
                  <a:pt x="5856016" y="1233594"/>
                  <a:pt x="5852497" y="1241044"/>
                  <a:pt x="5851256" y="1246839"/>
                </a:cubicBezTo>
                <a:cubicBezTo>
                  <a:pt x="5850014" y="1252634"/>
                  <a:pt x="5849394" y="1263396"/>
                  <a:pt x="5849394" y="1279126"/>
                </a:cubicBezTo>
                <a:lnTo>
                  <a:pt x="5849394" y="2126023"/>
                </a:lnTo>
                <a:cubicBezTo>
                  <a:pt x="5849394" y="2241923"/>
                  <a:pt x="5837182" y="2330917"/>
                  <a:pt x="5812760" y="2393007"/>
                </a:cubicBezTo>
                <a:cubicBezTo>
                  <a:pt x="5788339" y="2455096"/>
                  <a:pt x="5752327" y="2497730"/>
                  <a:pt x="5704725" y="2520910"/>
                </a:cubicBezTo>
                <a:cubicBezTo>
                  <a:pt x="5657123" y="2544090"/>
                  <a:pt x="5593586" y="2555680"/>
                  <a:pt x="5514111" y="2555680"/>
                </a:cubicBezTo>
                <a:cubicBezTo>
                  <a:pt x="5436292" y="2555680"/>
                  <a:pt x="5373583" y="2544090"/>
                  <a:pt x="5325981" y="2520910"/>
                </a:cubicBezTo>
                <a:cubicBezTo>
                  <a:pt x="5278379" y="2497730"/>
                  <a:pt x="5242160" y="2454889"/>
                  <a:pt x="5217325" y="2392386"/>
                </a:cubicBezTo>
                <a:cubicBezTo>
                  <a:pt x="5192489" y="2329882"/>
                  <a:pt x="5180071" y="2241095"/>
                  <a:pt x="5180071" y="2126023"/>
                </a:cubicBezTo>
                <a:lnTo>
                  <a:pt x="5180071" y="1279126"/>
                </a:lnTo>
                <a:cubicBezTo>
                  <a:pt x="5180071" y="1264224"/>
                  <a:pt x="5179451" y="1253462"/>
                  <a:pt x="5178208" y="1246839"/>
                </a:cubicBezTo>
                <a:cubicBezTo>
                  <a:pt x="5176967" y="1240217"/>
                  <a:pt x="5173448" y="1232766"/>
                  <a:pt x="5167653" y="1224487"/>
                </a:cubicBezTo>
                <a:cubicBezTo>
                  <a:pt x="5128744" y="1167365"/>
                  <a:pt x="5076589" y="1109829"/>
                  <a:pt x="5011188" y="1051879"/>
                </a:cubicBezTo>
                <a:cubicBezTo>
                  <a:pt x="5000426" y="1041945"/>
                  <a:pt x="4990078" y="1036978"/>
                  <a:pt x="4980144" y="1036978"/>
                </a:cubicBezTo>
                <a:close/>
                <a:moveTo>
                  <a:pt x="0" y="0"/>
                </a:moveTo>
                <a:lnTo>
                  <a:pt x="12314583" y="0"/>
                </a:lnTo>
                <a:lnTo>
                  <a:pt x="12314583" y="7111272"/>
                </a:lnTo>
                <a:lnTo>
                  <a:pt x="0" y="71112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5720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A50968-8132-DB1E-98CC-7E93384D0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4429"/>
            <a:ext cx="12314583" cy="7001942"/>
          </a:xfrm>
          <a:prstGeom prst="rect">
            <a:avLst/>
          </a:prstGeom>
        </p:spPr>
      </p:pic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90382E7-5169-8D88-A358-1EBCD16EA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14582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B96A72C-233A-F2C2-9AC6-6F2D64898633}"/>
              </a:ext>
            </a:extLst>
          </p:cNvPr>
          <p:cNvSpPr/>
          <p:nvPr/>
        </p:nvSpPr>
        <p:spPr>
          <a:xfrm>
            <a:off x="-87401400" y="-155052713"/>
            <a:ext cx="364675838" cy="206374713"/>
          </a:xfrm>
          <a:custGeom>
            <a:avLst/>
            <a:gdLst/>
            <a:ahLst/>
            <a:cxnLst/>
            <a:rect l="l" t="t" r="r" b="b"/>
            <a:pathLst>
              <a:path w="12314583" h="7111272">
                <a:moveTo>
                  <a:pt x="7041511" y="4455029"/>
                </a:moveTo>
                <a:lnTo>
                  <a:pt x="7096149" y="4455029"/>
                </a:lnTo>
                <a:cubicBezTo>
                  <a:pt x="7220328" y="4455029"/>
                  <a:pt x="7323189" y="4471379"/>
                  <a:pt x="7404733" y="4504080"/>
                </a:cubicBezTo>
                <a:cubicBezTo>
                  <a:pt x="7486277" y="4536780"/>
                  <a:pt x="7548573" y="4593074"/>
                  <a:pt x="7591622" y="4672962"/>
                </a:cubicBezTo>
                <a:cubicBezTo>
                  <a:pt x="7634670" y="4752851"/>
                  <a:pt x="7656194" y="4862335"/>
                  <a:pt x="7656194" y="5001415"/>
                </a:cubicBezTo>
                <a:cubicBezTo>
                  <a:pt x="7656194" y="5209207"/>
                  <a:pt x="7609420" y="5358221"/>
                  <a:pt x="7515873" y="5448457"/>
                </a:cubicBezTo>
                <a:cubicBezTo>
                  <a:pt x="7422325" y="5538693"/>
                  <a:pt x="7283245" y="5583812"/>
                  <a:pt x="7098633" y="5583812"/>
                </a:cubicBezTo>
                <a:lnTo>
                  <a:pt x="7041511" y="5583812"/>
                </a:lnTo>
                <a:cubicBezTo>
                  <a:pt x="6987700" y="5583812"/>
                  <a:pt x="6950654" y="5572222"/>
                  <a:pt x="6930371" y="5549042"/>
                </a:cubicBezTo>
                <a:cubicBezTo>
                  <a:pt x="6910089" y="5525862"/>
                  <a:pt x="6899947" y="5485711"/>
                  <a:pt x="6899947" y="5428588"/>
                </a:cubicBezTo>
                <a:lnTo>
                  <a:pt x="6899947" y="4609011"/>
                </a:lnTo>
                <a:cubicBezTo>
                  <a:pt x="6899947" y="4551888"/>
                  <a:pt x="6910089" y="4511944"/>
                  <a:pt x="6930371" y="4489178"/>
                </a:cubicBezTo>
                <a:cubicBezTo>
                  <a:pt x="6950654" y="4466412"/>
                  <a:pt x="6987700" y="4455029"/>
                  <a:pt x="7041511" y="4455029"/>
                </a:cubicBezTo>
                <a:close/>
                <a:moveTo>
                  <a:pt x="5336833" y="4433919"/>
                </a:moveTo>
                <a:cubicBezTo>
                  <a:pt x="5485848" y="4433919"/>
                  <a:pt x="5594711" y="4482969"/>
                  <a:pt x="5663423" y="4581070"/>
                </a:cubicBezTo>
                <a:cubicBezTo>
                  <a:pt x="5732135" y="4679171"/>
                  <a:pt x="5766491" y="4828393"/>
                  <a:pt x="5766491" y="5028734"/>
                </a:cubicBezTo>
                <a:cubicBezTo>
                  <a:pt x="5766491" y="5205895"/>
                  <a:pt x="5729444" y="5346217"/>
                  <a:pt x="5655351" y="5449699"/>
                </a:cubicBezTo>
                <a:cubicBezTo>
                  <a:pt x="5581258" y="5553181"/>
                  <a:pt x="5471774" y="5604922"/>
                  <a:pt x="5326899" y="5604922"/>
                </a:cubicBezTo>
                <a:cubicBezTo>
                  <a:pt x="5183680" y="5604922"/>
                  <a:pt x="5075231" y="5552767"/>
                  <a:pt x="5001552" y="5448457"/>
                </a:cubicBezTo>
                <a:cubicBezTo>
                  <a:pt x="4927872" y="5344147"/>
                  <a:pt x="4891032" y="5201756"/>
                  <a:pt x="4891032" y="5021283"/>
                </a:cubicBezTo>
                <a:cubicBezTo>
                  <a:pt x="4891032" y="4826737"/>
                  <a:pt x="4928286" y="4680206"/>
                  <a:pt x="5002793" y="4581691"/>
                </a:cubicBezTo>
                <a:cubicBezTo>
                  <a:pt x="5077301" y="4483176"/>
                  <a:pt x="5188647" y="4433919"/>
                  <a:pt x="5336833" y="4433919"/>
                </a:cubicBezTo>
                <a:close/>
                <a:moveTo>
                  <a:pt x="8691522" y="4128440"/>
                </a:moveTo>
                <a:cubicBezTo>
                  <a:pt x="8605424" y="4128440"/>
                  <a:pt x="8540645" y="4138788"/>
                  <a:pt x="8497182" y="4159484"/>
                </a:cubicBezTo>
                <a:cubicBezTo>
                  <a:pt x="8453720" y="4180181"/>
                  <a:pt x="8424124" y="4213709"/>
                  <a:pt x="8408394" y="4260069"/>
                </a:cubicBezTo>
                <a:cubicBezTo>
                  <a:pt x="8392666" y="4306429"/>
                  <a:pt x="8384801" y="4373485"/>
                  <a:pt x="8384801" y="4461238"/>
                </a:cubicBezTo>
                <a:lnTo>
                  <a:pt x="8384801" y="5576361"/>
                </a:lnTo>
                <a:cubicBezTo>
                  <a:pt x="8384801" y="5662458"/>
                  <a:pt x="8392872" y="5728686"/>
                  <a:pt x="8409016" y="5775046"/>
                </a:cubicBezTo>
                <a:cubicBezTo>
                  <a:pt x="8425159" y="5821406"/>
                  <a:pt x="8454962" y="5855348"/>
                  <a:pt x="8498424" y="5876873"/>
                </a:cubicBezTo>
                <a:cubicBezTo>
                  <a:pt x="8541886" y="5898397"/>
                  <a:pt x="8606252" y="5909159"/>
                  <a:pt x="8691522" y="5909159"/>
                </a:cubicBezTo>
                <a:lnTo>
                  <a:pt x="9316140" y="5909159"/>
                </a:lnTo>
                <a:cubicBezTo>
                  <a:pt x="9328557" y="5909159"/>
                  <a:pt x="9337250" y="5908538"/>
                  <a:pt x="9342217" y="5907296"/>
                </a:cubicBezTo>
                <a:cubicBezTo>
                  <a:pt x="9347184" y="5906055"/>
                  <a:pt x="9353393" y="5903364"/>
                  <a:pt x="9360844" y="5899225"/>
                </a:cubicBezTo>
                <a:cubicBezTo>
                  <a:pt x="9405548" y="5868594"/>
                  <a:pt x="9452322" y="5825960"/>
                  <a:pt x="9501165" y="5771321"/>
                </a:cubicBezTo>
                <a:cubicBezTo>
                  <a:pt x="9509444" y="5762215"/>
                  <a:pt x="9513583" y="5753936"/>
                  <a:pt x="9513583" y="5746485"/>
                </a:cubicBezTo>
                <a:cubicBezTo>
                  <a:pt x="9513583" y="5739862"/>
                  <a:pt x="9509444" y="5731170"/>
                  <a:pt x="9501165" y="5720408"/>
                </a:cubicBezTo>
                <a:cubicBezTo>
                  <a:pt x="9452322" y="5665769"/>
                  <a:pt x="9405548" y="5623135"/>
                  <a:pt x="9360844" y="5592504"/>
                </a:cubicBezTo>
                <a:cubicBezTo>
                  <a:pt x="9353393" y="5587537"/>
                  <a:pt x="9347391" y="5584639"/>
                  <a:pt x="9342838" y="5583812"/>
                </a:cubicBezTo>
                <a:cubicBezTo>
                  <a:pt x="9338284" y="5582984"/>
                  <a:pt x="9329385" y="5582570"/>
                  <a:pt x="9316140" y="5582570"/>
                </a:cubicBezTo>
                <a:lnTo>
                  <a:pt x="8927460" y="5582570"/>
                </a:lnTo>
                <a:cubicBezTo>
                  <a:pt x="8873650" y="5582570"/>
                  <a:pt x="8836604" y="5570980"/>
                  <a:pt x="8816321" y="5547800"/>
                </a:cubicBezTo>
                <a:cubicBezTo>
                  <a:pt x="8796038" y="5524620"/>
                  <a:pt x="8785897" y="5484469"/>
                  <a:pt x="8785897" y="5427347"/>
                </a:cubicBezTo>
                <a:lnTo>
                  <a:pt x="8785897" y="5176506"/>
                </a:lnTo>
                <a:lnTo>
                  <a:pt x="9231698" y="5176506"/>
                </a:lnTo>
                <a:cubicBezTo>
                  <a:pt x="9244116" y="5176506"/>
                  <a:pt x="9252808" y="5175885"/>
                  <a:pt x="9257776" y="5174644"/>
                </a:cubicBezTo>
                <a:cubicBezTo>
                  <a:pt x="9262742" y="5173402"/>
                  <a:pt x="9268952" y="5170711"/>
                  <a:pt x="9276402" y="5166572"/>
                </a:cubicBezTo>
                <a:cubicBezTo>
                  <a:pt x="9321106" y="5135941"/>
                  <a:pt x="9367880" y="5093307"/>
                  <a:pt x="9416724" y="5038668"/>
                </a:cubicBezTo>
                <a:cubicBezTo>
                  <a:pt x="9425002" y="5029562"/>
                  <a:pt x="9429142" y="5021283"/>
                  <a:pt x="9429142" y="5013833"/>
                </a:cubicBezTo>
                <a:cubicBezTo>
                  <a:pt x="9429142" y="5007210"/>
                  <a:pt x="9425002" y="4998517"/>
                  <a:pt x="9416724" y="4987755"/>
                </a:cubicBezTo>
                <a:cubicBezTo>
                  <a:pt x="9367880" y="4933116"/>
                  <a:pt x="9321106" y="4890482"/>
                  <a:pt x="9276402" y="4859851"/>
                </a:cubicBezTo>
                <a:cubicBezTo>
                  <a:pt x="9268952" y="4854884"/>
                  <a:pt x="9262950" y="4851986"/>
                  <a:pt x="9258396" y="4851159"/>
                </a:cubicBezTo>
                <a:cubicBezTo>
                  <a:pt x="9253843" y="4850331"/>
                  <a:pt x="9244944" y="4849917"/>
                  <a:pt x="9231698" y="4849917"/>
                </a:cubicBezTo>
                <a:lnTo>
                  <a:pt x="8785897" y="4849917"/>
                </a:lnTo>
                <a:lnTo>
                  <a:pt x="8785897" y="4609011"/>
                </a:lnTo>
                <a:cubicBezTo>
                  <a:pt x="8785897" y="4551888"/>
                  <a:pt x="8796038" y="4511944"/>
                  <a:pt x="8816321" y="4489178"/>
                </a:cubicBezTo>
                <a:cubicBezTo>
                  <a:pt x="8836604" y="4466412"/>
                  <a:pt x="8873650" y="4455029"/>
                  <a:pt x="8927460" y="4455029"/>
                </a:cubicBezTo>
                <a:lnTo>
                  <a:pt x="9275160" y="4455029"/>
                </a:lnTo>
                <a:cubicBezTo>
                  <a:pt x="9287578" y="4455029"/>
                  <a:pt x="9296270" y="4454408"/>
                  <a:pt x="9301238" y="4453166"/>
                </a:cubicBezTo>
                <a:cubicBezTo>
                  <a:pt x="9306205" y="4451925"/>
                  <a:pt x="9312414" y="4449234"/>
                  <a:pt x="9319864" y="4445095"/>
                </a:cubicBezTo>
                <a:cubicBezTo>
                  <a:pt x="9364569" y="4414464"/>
                  <a:pt x="9411343" y="4371830"/>
                  <a:pt x="9460186" y="4317191"/>
                </a:cubicBezTo>
                <a:cubicBezTo>
                  <a:pt x="9468465" y="4308085"/>
                  <a:pt x="9472604" y="4299806"/>
                  <a:pt x="9472604" y="4292355"/>
                </a:cubicBezTo>
                <a:cubicBezTo>
                  <a:pt x="9472604" y="4285733"/>
                  <a:pt x="9468465" y="4277040"/>
                  <a:pt x="9460186" y="4266278"/>
                </a:cubicBezTo>
                <a:cubicBezTo>
                  <a:pt x="9411343" y="4211639"/>
                  <a:pt x="9364569" y="4169005"/>
                  <a:pt x="9319864" y="4138374"/>
                </a:cubicBezTo>
                <a:cubicBezTo>
                  <a:pt x="9312414" y="4133407"/>
                  <a:pt x="9306412" y="4130509"/>
                  <a:pt x="9301859" y="4129682"/>
                </a:cubicBezTo>
                <a:cubicBezTo>
                  <a:pt x="9297306" y="4128854"/>
                  <a:pt x="9288406" y="4128440"/>
                  <a:pt x="9275160" y="4128440"/>
                </a:cubicBezTo>
                <a:close/>
                <a:moveTo>
                  <a:pt x="6805572" y="4128440"/>
                </a:moveTo>
                <a:cubicBezTo>
                  <a:pt x="6719475" y="4128440"/>
                  <a:pt x="6654695" y="4138788"/>
                  <a:pt x="6611233" y="4159484"/>
                </a:cubicBezTo>
                <a:cubicBezTo>
                  <a:pt x="6567770" y="4180181"/>
                  <a:pt x="6538174" y="4213709"/>
                  <a:pt x="6522445" y="4260069"/>
                </a:cubicBezTo>
                <a:cubicBezTo>
                  <a:pt x="6506716" y="4306429"/>
                  <a:pt x="6498851" y="4373485"/>
                  <a:pt x="6498851" y="4461238"/>
                </a:cubicBezTo>
                <a:lnTo>
                  <a:pt x="6498851" y="5576361"/>
                </a:lnTo>
                <a:cubicBezTo>
                  <a:pt x="6498851" y="5662458"/>
                  <a:pt x="6506923" y="5728686"/>
                  <a:pt x="6523066" y="5775046"/>
                </a:cubicBezTo>
                <a:cubicBezTo>
                  <a:pt x="6539209" y="5821406"/>
                  <a:pt x="6569012" y="5855348"/>
                  <a:pt x="6612474" y="5876873"/>
                </a:cubicBezTo>
                <a:cubicBezTo>
                  <a:pt x="6655937" y="5898397"/>
                  <a:pt x="6720303" y="5909159"/>
                  <a:pt x="6805572" y="5909159"/>
                </a:cubicBezTo>
                <a:lnTo>
                  <a:pt x="7186800" y="5909159"/>
                </a:lnTo>
                <a:cubicBezTo>
                  <a:pt x="7468271" y="5909159"/>
                  <a:pt x="7687239" y="5836101"/>
                  <a:pt x="7843704" y="5689984"/>
                </a:cubicBezTo>
                <a:cubicBezTo>
                  <a:pt x="8000169" y="5543867"/>
                  <a:pt x="8078401" y="5312689"/>
                  <a:pt x="8078401" y="4996447"/>
                </a:cubicBezTo>
                <a:cubicBezTo>
                  <a:pt x="8078401" y="4783689"/>
                  <a:pt x="8042182" y="4613150"/>
                  <a:pt x="7969745" y="4484832"/>
                </a:cubicBezTo>
                <a:cubicBezTo>
                  <a:pt x="7897308" y="4356514"/>
                  <a:pt x="7795481" y="4265036"/>
                  <a:pt x="7664266" y="4210398"/>
                </a:cubicBezTo>
                <a:cubicBezTo>
                  <a:pt x="7533051" y="4155759"/>
                  <a:pt x="7373895" y="4128440"/>
                  <a:pt x="7186800" y="4128440"/>
                </a:cubicBezTo>
                <a:close/>
                <a:moveTo>
                  <a:pt x="5348009" y="4098637"/>
                </a:moveTo>
                <a:cubicBezTo>
                  <a:pt x="5162570" y="4098637"/>
                  <a:pt x="5004242" y="4133407"/>
                  <a:pt x="4873027" y="4202947"/>
                </a:cubicBezTo>
                <a:cubicBezTo>
                  <a:pt x="4741811" y="4272487"/>
                  <a:pt x="4641641" y="4377625"/>
                  <a:pt x="4572515" y="4518360"/>
                </a:cubicBezTo>
                <a:cubicBezTo>
                  <a:pt x="4503389" y="4659096"/>
                  <a:pt x="4468826" y="4833774"/>
                  <a:pt x="4468826" y="5042393"/>
                </a:cubicBezTo>
                <a:cubicBezTo>
                  <a:pt x="4468826" y="5238595"/>
                  <a:pt x="4503389" y="5403753"/>
                  <a:pt x="4572515" y="5537866"/>
                </a:cubicBezTo>
                <a:cubicBezTo>
                  <a:pt x="4641641" y="5671978"/>
                  <a:pt x="4739949" y="5772563"/>
                  <a:pt x="4867439" y="5839619"/>
                </a:cubicBezTo>
                <a:cubicBezTo>
                  <a:pt x="4994929" y="5906676"/>
                  <a:pt x="5145599" y="5940204"/>
                  <a:pt x="5319448" y="5940204"/>
                </a:cubicBezTo>
                <a:cubicBezTo>
                  <a:pt x="5500749" y="5940204"/>
                  <a:pt x="5656179" y="5906055"/>
                  <a:pt x="5785738" y="5837757"/>
                </a:cubicBezTo>
                <a:cubicBezTo>
                  <a:pt x="5915298" y="5769458"/>
                  <a:pt x="6014848" y="5665769"/>
                  <a:pt x="6084388" y="5526689"/>
                </a:cubicBezTo>
                <a:cubicBezTo>
                  <a:pt x="6153928" y="5387610"/>
                  <a:pt x="6188698" y="5214174"/>
                  <a:pt x="6188698" y="5006382"/>
                </a:cubicBezTo>
                <a:cubicBezTo>
                  <a:pt x="6188698" y="4810180"/>
                  <a:pt x="6154963" y="4644194"/>
                  <a:pt x="6087493" y="4508426"/>
                </a:cubicBezTo>
                <a:cubicBezTo>
                  <a:pt x="6020022" y="4372657"/>
                  <a:pt x="5923370" y="4270417"/>
                  <a:pt x="5797535" y="4201705"/>
                </a:cubicBezTo>
                <a:cubicBezTo>
                  <a:pt x="5671701" y="4132993"/>
                  <a:pt x="5521860" y="4098637"/>
                  <a:pt x="5348009" y="4098637"/>
                </a:cubicBezTo>
                <a:close/>
                <a:moveTo>
                  <a:pt x="3680740" y="4097395"/>
                </a:moveTo>
                <a:cubicBezTo>
                  <a:pt x="3508545" y="4097395"/>
                  <a:pt x="3359324" y="4133614"/>
                  <a:pt x="3233076" y="4206051"/>
                </a:cubicBezTo>
                <a:cubicBezTo>
                  <a:pt x="3106828" y="4278489"/>
                  <a:pt x="3009762" y="4384040"/>
                  <a:pt x="2941878" y="4522706"/>
                </a:cubicBezTo>
                <a:cubicBezTo>
                  <a:pt x="2873994" y="4661373"/>
                  <a:pt x="2840052" y="4827979"/>
                  <a:pt x="2840052" y="5022525"/>
                </a:cubicBezTo>
                <a:cubicBezTo>
                  <a:pt x="2840052" y="5354495"/>
                  <a:pt x="2913317" y="5590434"/>
                  <a:pt x="3059847" y="5730342"/>
                </a:cubicBezTo>
                <a:cubicBezTo>
                  <a:pt x="3206378" y="5870250"/>
                  <a:pt x="3406305" y="5940204"/>
                  <a:pt x="3659629" y="5940204"/>
                </a:cubicBezTo>
                <a:cubicBezTo>
                  <a:pt x="3787947" y="5940204"/>
                  <a:pt x="3895154" y="5925716"/>
                  <a:pt x="3981252" y="5896741"/>
                </a:cubicBezTo>
                <a:cubicBezTo>
                  <a:pt x="4067349" y="5867766"/>
                  <a:pt x="4131508" y="5836101"/>
                  <a:pt x="4173728" y="5801745"/>
                </a:cubicBezTo>
                <a:cubicBezTo>
                  <a:pt x="4215948" y="5767389"/>
                  <a:pt x="4245752" y="5735723"/>
                  <a:pt x="4263136" y="5706748"/>
                </a:cubicBezTo>
                <a:cubicBezTo>
                  <a:pt x="4269759" y="5695986"/>
                  <a:pt x="4273898" y="5687914"/>
                  <a:pt x="4275554" y="5682533"/>
                </a:cubicBezTo>
                <a:cubicBezTo>
                  <a:pt x="4277210" y="5677152"/>
                  <a:pt x="4278865" y="5669495"/>
                  <a:pt x="4280521" y="5659560"/>
                </a:cubicBezTo>
                <a:cubicBezTo>
                  <a:pt x="4282177" y="5631413"/>
                  <a:pt x="4283005" y="5606992"/>
                  <a:pt x="4283005" y="5586295"/>
                </a:cubicBezTo>
                <a:cubicBezTo>
                  <a:pt x="4283005" y="5552353"/>
                  <a:pt x="4281349" y="5513858"/>
                  <a:pt x="4278038" y="5470809"/>
                </a:cubicBezTo>
                <a:cubicBezTo>
                  <a:pt x="4276383" y="5451768"/>
                  <a:pt x="4272242" y="5439351"/>
                  <a:pt x="4265620" y="5433556"/>
                </a:cubicBezTo>
                <a:cubicBezTo>
                  <a:pt x="4258997" y="5427761"/>
                  <a:pt x="4246993" y="5424449"/>
                  <a:pt x="4229608" y="5423621"/>
                </a:cubicBezTo>
                <a:cubicBezTo>
                  <a:pt x="4211395" y="5421966"/>
                  <a:pt x="4187802" y="5421138"/>
                  <a:pt x="4158827" y="5421138"/>
                </a:cubicBezTo>
                <a:cubicBezTo>
                  <a:pt x="4085976" y="5421138"/>
                  <a:pt x="4038373" y="5424449"/>
                  <a:pt x="4016022" y="5431072"/>
                </a:cubicBezTo>
                <a:cubicBezTo>
                  <a:pt x="4001120" y="5434383"/>
                  <a:pt x="3989323" y="5439765"/>
                  <a:pt x="3980630" y="5447215"/>
                </a:cubicBezTo>
                <a:cubicBezTo>
                  <a:pt x="3971938" y="5454666"/>
                  <a:pt x="3960555" y="5467498"/>
                  <a:pt x="3946482" y="5485711"/>
                </a:cubicBezTo>
                <a:cubicBezTo>
                  <a:pt x="3927441" y="5510546"/>
                  <a:pt x="3908814" y="5531036"/>
                  <a:pt x="3890601" y="5547179"/>
                </a:cubicBezTo>
                <a:cubicBezTo>
                  <a:pt x="3872388" y="5563322"/>
                  <a:pt x="3845690" y="5576982"/>
                  <a:pt x="3810506" y="5588158"/>
                </a:cubicBezTo>
                <a:cubicBezTo>
                  <a:pt x="3775322" y="5599334"/>
                  <a:pt x="3729997" y="5604922"/>
                  <a:pt x="3674531" y="5604922"/>
                </a:cubicBezTo>
                <a:cubicBezTo>
                  <a:pt x="3595884" y="5604922"/>
                  <a:pt x="3525517" y="5582984"/>
                  <a:pt x="3463427" y="5539107"/>
                </a:cubicBezTo>
                <a:cubicBezTo>
                  <a:pt x="3401338" y="5495231"/>
                  <a:pt x="3352288" y="5428588"/>
                  <a:pt x="3316276" y="5339180"/>
                </a:cubicBezTo>
                <a:cubicBezTo>
                  <a:pt x="3280264" y="5249771"/>
                  <a:pt x="3262258" y="5139667"/>
                  <a:pt x="3262258" y="5008865"/>
                </a:cubicBezTo>
                <a:cubicBezTo>
                  <a:pt x="3262258" y="4815147"/>
                  <a:pt x="3298891" y="4670686"/>
                  <a:pt x="3372156" y="4575482"/>
                </a:cubicBezTo>
                <a:cubicBezTo>
                  <a:pt x="3445421" y="4480279"/>
                  <a:pt x="3543729" y="4432677"/>
                  <a:pt x="3667080" y="4432677"/>
                </a:cubicBezTo>
                <a:cubicBezTo>
                  <a:pt x="3739931" y="4432677"/>
                  <a:pt x="3795398" y="4444060"/>
                  <a:pt x="3833479" y="4466826"/>
                </a:cubicBezTo>
                <a:cubicBezTo>
                  <a:pt x="3871560" y="4489592"/>
                  <a:pt x="3901777" y="4517118"/>
                  <a:pt x="3924129" y="4549405"/>
                </a:cubicBezTo>
                <a:cubicBezTo>
                  <a:pt x="3934063" y="4563478"/>
                  <a:pt x="3943584" y="4573413"/>
                  <a:pt x="3952691" y="4579208"/>
                </a:cubicBezTo>
                <a:cubicBezTo>
                  <a:pt x="3961797" y="4585003"/>
                  <a:pt x="3975870" y="4589556"/>
                  <a:pt x="3994911" y="4592867"/>
                </a:cubicBezTo>
                <a:cubicBezTo>
                  <a:pt x="4012296" y="4595351"/>
                  <a:pt x="4037339" y="4597628"/>
                  <a:pt x="4070039" y="4599697"/>
                </a:cubicBezTo>
                <a:cubicBezTo>
                  <a:pt x="4102740" y="4601767"/>
                  <a:pt x="4132335" y="4602802"/>
                  <a:pt x="4158827" y="4602802"/>
                </a:cubicBezTo>
                <a:cubicBezTo>
                  <a:pt x="4185318" y="4602802"/>
                  <a:pt x="4203531" y="4598662"/>
                  <a:pt x="4213466" y="4590384"/>
                </a:cubicBezTo>
                <a:cubicBezTo>
                  <a:pt x="4217604" y="4587072"/>
                  <a:pt x="4220915" y="4582933"/>
                  <a:pt x="4223399" y="4577966"/>
                </a:cubicBezTo>
                <a:cubicBezTo>
                  <a:pt x="4225883" y="4572999"/>
                  <a:pt x="4227952" y="4565134"/>
                  <a:pt x="4229608" y="4554372"/>
                </a:cubicBezTo>
                <a:cubicBezTo>
                  <a:pt x="4236231" y="4512979"/>
                  <a:pt x="4239542" y="4468275"/>
                  <a:pt x="4239542" y="4420259"/>
                </a:cubicBezTo>
                <a:cubicBezTo>
                  <a:pt x="4239542" y="4402874"/>
                  <a:pt x="4238714" y="4385075"/>
                  <a:pt x="4237059" y="4366862"/>
                </a:cubicBezTo>
                <a:cubicBezTo>
                  <a:pt x="4236231" y="4352789"/>
                  <a:pt x="4234576" y="4342234"/>
                  <a:pt x="4232091" y="4335197"/>
                </a:cubicBezTo>
                <a:cubicBezTo>
                  <a:pt x="4229608" y="4328160"/>
                  <a:pt x="4225469" y="4319675"/>
                  <a:pt x="4219674" y="4309740"/>
                </a:cubicBezTo>
                <a:cubicBezTo>
                  <a:pt x="4184904" y="4255102"/>
                  <a:pt x="4126127" y="4206051"/>
                  <a:pt x="4043341" y="4162589"/>
                </a:cubicBezTo>
                <a:cubicBezTo>
                  <a:pt x="3960555" y="4119126"/>
                  <a:pt x="3839688" y="4097395"/>
                  <a:pt x="3680740" y="4097395"/>
                </a:cubicBezTo>
                <a:close/>
                <a:moveTo>
                  <a:pt x="3631859" y="1385919"/>
                </a:moveTo>
                <a:cubicBezTo>
                  <a:pt x="3780873" y="1385919"/>
                  <a:pt x="3889736" y="1434970"/>
                  <a:pt x="3958448" y="1533071"/>
                </a:cubicBezTo>
                <a:cubicBezTo>
                  <a:pt x="4027160" y="1631172"/>
                  <a:pt x="4061517" y="1780393"/>
                  <a:pt x="4061517" y="1980734"/>
                </a:cubicBezTo>
                <a:cubicBezTo>
                  <a:pt x="4061517" y="2157895"/>
                  <a:pt x="4024470" y="2298217"/>
                  <a:pt x="3950377" y="2401699"/>
                </a:cubicBezTo>
                <a:cubicBezTo>
                  <a:pt x="3876284" y="2505181"/>
                  <a:pt x="3766800" y="2556922"/>
                  <a:pt x="3621925" y="2556922"/>
                </a:cubicBezTo>
                <a:cubicBezTo>
                  <a:pt x="3478706" y="2556922"/>
                  <a:pt x="3370256" y="2504767"/>
                  <a:pt x="3296577" y="2400457"/>
                </a:cubicBezTo>
                <a:cubicBezTo>
                  <a:pt x="3222898" y="2296147"/>
                  <a:pt x="3186058" y="2153756"/>
                  <a:pt x="3186058" y="1973283"/>
                </a:cubicBezTo>
                <a:cubicBezTo>
                  <a:pt x="3186058" y="1778737"/>
                  <a:pt x="3223312" y="1632206"/>
                  <a:pt x="3297819" y="1533692"/>
                </a:cubicBezTo>
                <a:cubicBezTo>
                  <a:pt x="3372326" y="1435177"/>
                  <a:pt x="3483673" y="1385919"/>
                  <a:pt x="3631859" y="1385919"/>
                </a:cubicBezTo>
                <a:close/>
                <a:moveTo>
                  <a:pt x="10225047" y="1080440"/>
                </a:moveTo>
                <a:cubicBezTo>
                  <a:pt x="10138950" y="1080440"/>
                  <a:pt x="10074170" y="1090788"/>
                  <a:pt x="10030707" y="1111485"/>
                </a:cubicBezTo>
                <a:cubicBezTo>
                  <a:pt x="9987245" y="1132181"/>
                  <a:pt x="9957649" y="1165709"/>
                  <a:pt x="9941920" y="1212069"/>
                </a:cubicBezTo>
                <a:cubicBezTo>
                  <a:pt x="9926190" y="1258429"/>
                  <a:pt x="9918326" y="1325486"/>
                  <a:pt x="9918326" y="1413239"/>
                </a:cubicBezTo>
                <a:lnTo>
                  <a:pt x="9918326" y="2528361"/>
                </a:lnTo>
                <a:cubicBezTo>
                  <a:pt x="9918326" y="2614458"/>
                  <a:pt x="9926397" y="2680686"/>
                  <a:pt x="9942541" y="2727046"/>
                </a:cubicBezTo>
                <a:cubicBezTo>
                  <a:pt x="9958684" y="2773406"/>
                  <a:pt x="9988487" y="2807348"/>
                  <a:pt x="10031949" y="2828873"/>
                </a:cubicBezTo>
                <a:cubicBezTo>
                  <a:pt x="10075412" y="2850397"/>
                  <a:pt x="10139777" y="2861159"/>
                  <a:pt x="10225047" y="2861159"/>
                </a:cubicBezTo>
                <a:lnTo>
                  <a:pt x="10849664" y="2861159"/>
                </a:lnTo>
                <a:cubicBezTo>
                  <a:pt x="10862082" y="2861159"/>
                  <a:pt x="10870775" y="2860538"/>
                  <a:pt x="10875742" y="2859297"/>
                </a:cubicBezTo>
                <a:cubicBezTo>
                  <a:pt x="10880709" y="2858055"/>
                  <a:pt x="10886918" y="2855364"/>
                  <a:pt x="10894369" y="2851225"/>
                </a:cubicBezTo>
                <a:cubicBezTo>
                  <a:pt x="10939073" y="2820594"/>
                  <a:pt x="10985847" y="2777960"/>
                  <a:pt x="11034690" y="2723321"/>
                </a:cubicBezTo>
                <a:cubicBezTo>
                  <a:pt x="11042969" y="2714215"/>
                  <a:pt x="11047108" y="2705936"/>
                  <a:pt x="11047108" y="2698485"/>
                </a:cubicBezTo>
                <a:cubicBezTo>
                  <a:pt x="11047108" y="2691863"/>
                  <a:pt x="11042969" y="2683170"/>
                  <a:pt x="11034690" y="2672408"/>
                </a:cubicBezTo>
                <a:cubicBezTo>
                  <a:pt x="10985847" y="2617770"/>
                  <a:pt x="10939073" y="2575135"/>
                  <a:pt x="10894369" y="2544504"/>
                </a:cubicBezTo>
                <a:cubicBezTo>
                  <a:pt x="10886918" y="2539537"/>
                  <a:pt x="10880916" y="2536639"/>
                  <a:pt x="10876363" y="2535812"/>
                </a:cubicBezTo>
                <a:cubicBezTo>
                  <a:pt x="10871809" y="2534984"/>
                  <a:pt x="10862910" y="2534570"/>
                  <a:pt x="10849664" y="2534570"/>
                </a:cubicBezTo>
                <a:lnTo>
                  <a:pt x="10460986" y="2534570"/>
                </a:lnTo>
                <a:cubicBezTo>
                  <a:pt x="10407175" y="2534570"/>
                  <a:pt x="10370128" y="2522980"/>
                  <a:pt x="10349846" y="2499800"/>
                </a:cubicBezTo>
                <a:cubicBezTo>
                  <a:pt x="10329563" y="2476620"/>
                  <a:pt x="10319422" y="2436469"/>
                  <a:pt x="10319422" y="2379347"/>
                </a:cubicBezTo>
                <a:lnTo>
                  <a:pt x="10319422" y="2128506"/>
                </a:lnTo>
                <a:lnTo>
                  <a:pt x="10765223" y="2128506"/>
                </a:lnTo>
                <a:cubicBezTo>
                  <a:pt x="10777641" y="2128506"/>
                  <a:pt x="10786333" y="2127886"/>
                  <a:pt x="10791300" y="2126644"/>
                </a:cubicBezTo>
                <a:cubicBezTo>
                  <a:pt x="10796268" y="2125402"/>
                  <a:pt x="10802476" y="2122711"/>
                  <a:pt x="10809927" y="2118572"/>
                </a:cubicBezTo>
                <a:cubicBezTo>
                  <a:pt x="10854631" y="2087941"/>
                  <a:pt x="10901405" y="2045307"/>
                  <a:pt x="10950249" y="1990668"/>
                </a:cubicBezTo>
                <a:cubicBezTo>
                  <a:pt x="10958527" y="1981562"/>
                  <a:pt x="10962667" y="1973283"/>
                  <a:pt x="10962667" y="1965833"/>
                </a:cubicBezTo>
                <a:cubicBezTo>
                  <a:pt x="10962667" y="1959210"/>
                  <a:pt x="10958527" y="1950517"/>
                  <a:pt x="10950249" y="1939755"/>
                </a:cubicBezTo>
                <a:cubicBezTo>
                  <a:pt x="10901405" y="1885117"/>
                  <a:pt x="10854631" y="1842482"/>
                  <a:pt x="10809927" y="1811851"/>
                </a:cubicBezTo>
                <a:cubicBezTo>
                  <a:pt x="10802476" y="1806884"/>
                  <a:pt x="10796475" y="1803987"/>
                  <a:pt x="10791921" y="1803159"/>
                </a:cubicBezTo>
                <a:cubicBezTo>
                  <a:pt x="10787368" y="1802331"/>
                  <a:pt x="10778469" y="1801917"/>
                  <a:pt x="10765223" y="1801917"/>
                </a:cubicBezTo>
                <a:lnTo>
                  <a:pt x="10319422" y="1801917"/>
                </a:lnTo>
                <a:lnTo>
                  <a:pt x="10319422" y="1561011"/>
                </a:lnTo>
                <a:cubicBezTo>
                  <a:pt x="10319422" y="1503889"/>
                  <a:pt x="10329563" y="1463945"/>
                  <a:pt x="10349846" y="1441179"/>
                </a:cubicBezTo>
                <a:cubicBezTo>
                  <a:pt x="10370128" y="1418413"/>
                  <a:pt x="10407175" y="1407030"/>
                  <a:pt x="10460986" y="1407030"/>
                </a:cubicBezTo>
                <a:lnTo>
                  <a:pt x="10808685" y="1407030"/>
                </a:lnTo>
                <a:cubicBezTo>
                  <a:pt x="10821103" y="1407030"/>
                  <a:pt x="10829796" y="1406409"/>
                  <a:pt x="10834763" y="1405167"/>
                </a:cubicBezTo>
                <a:cubicBezTo>
                  <a:pt x="10839730" y="1403925"/>
                  <a:pt x="10845939" y="1401235"/>
                  <a:pt x="10853390" y="1397095"/>
                </a:cubicBezTo>
                <a:cubicBezTo>
                  <a:pt x="10898094" y="1366465"/>
                  <a:pt x="10944868" y="1323830"/>
                  <a:pt x="10993711" y="1269191"/>
                </a:cubicBezTo>
                <a:cubicBezTo>
                  <a:pt x="11001990" y="1260085"/>
                  <a:pt x="11006129" y="1251806"/>
                  <a:pt x="11006129" y="1244356"/>
                </a:cubicBezTo>
                <a:cubicBezTo>
                  <a:pt x="11006129" y="1237733"/>
                  <a:pt x="11001990" y="1229040"/>
                  <a:pt x="10993711" y="1218278"/>
                </a:cubicBezTo>
                <a:cubicBezTo>
                  <a:pt x="10944868" y="1163640"/>
                  <a:pt x="10898094" y="1121005"/>
                  <a:pt x="10853390" y="1090374"/>
                </a:cubicBezTo>
                <a:cubicBezTo>
                  <a:pt x="10845939" y="1085407"/>
                  <a:pt x="10839937" y="1082510"/>
                  <a:pt x="10835384" y="1081682"/>
                </a:cubicBezTo>
                <a:cubicBezTo>
                  <a:pt x="10830831" y="1080854"/>
                  <a:pt x="10821931" y="1080440"/>
                  <a:pt x="10808685" y="1080440"/>
                </a:cubicBezTo>
                <a:close/>
                <a:moveTo>
                  <a:pt x="6938922" y="1080440"/>
                </a:moveTo>
                <a:cubicBezTo>
                  <a:pt x="6852825" y="1080440"/>
                  <a:pt x="6788045" y="1090788"/>
                  <a:pt x="6744583" y="1111485"/>
                </a:cubicBezTo>
                <a:cubicBezTo>
                  <a:pt x="6701120" y="1132181"/>
                  <a:pt x="6671524" y="1165709"/>
                  <a:pt x="6655795" y="1212069"/>
                </a:cubicBezTo>
                <a:cubicBezTo>
                  <a:pt x="6640066" y="1258429"/>
                  <a:pt x="6632201" y="1325486"/>
                  <a:pt x="6632201" y="1413239"/>
                </a:cubicBezTo>
                <a:lnTo>
                  <a:pt x="6632201" y="2795345"/>
                </a:lnTo>
                <a:cubicBezTo>
                  <a:pt x="6632201" y="2820180"/>
                  <a:pt x="6637375" y="2837358"/>
                  <a:pt x="6647723" y="2846878"/>
                </a:cubicBezTo>
                <a:cubicBezTo>
                  <a:pt x="6658072" y="2856399"/>
                  <a:pt x="6675664" y="2861159"/>
                  <a:pt x="6700499" y="2861159"/>
                </a:cubicBezTo>
                <a:lnTo>
                  <a:pt x="6964999" y="2861159"/>
                </a:lnTo>
                <a:cubicBezTo>
                  <a:pt x="6989835" y="2861159"/>
                  <a:pt x="7007427" y="2856399"/>
                  <a:pt x="7017775" y="2846878"/>
                </a:cubicBezTo>
                <a:cubicBezTo>
                  <a:pt x="7028123" y="2837358"/>
                  <a:pt x="7033297" y="2820180"/>
                  <a:pt x="7033297" y="2795345"/>
                </a:cubicBezTo>
                <a:lnTo>
                  <a:pt x="7033297" y="1542384"/>
                </a:lnTo>
                <a:cubicBezTo>
                  <a:pt x="7033297" y="1485262"/>
                  <a:pt x="7043439" y="1445318"/>
                  <a:pt x="7063721" y="1422552"/>
                </a:cubicBezTo>
                <a:cubicBezTo>
                  <a:pt x="7084004" y="1399786"/>
                  <a:pt x="7121050" y="1388403"/>
                  <a:pt x="7174861" y="1388403"/>
                </a:cubicBezTo>
                <a:lnTo>
                  <a:pt x="7249368" y="1388403"/>
                </a:lnTo>
                <a:cubicBezTo>
                  <a:pt x="7327187" y="1388403"/>
                  <a:pt x="7387413" y="1409099"/>
                  <a:pt x="7430048" y="1450492"/>
                </a:cubicBezTo>
                <a:cubicBezTo>
                  <a:pt x="7472682" y="1491885"/>
                  <a:pt x="7494000" y="1554388"/>
                  <a:pt x="7494000" y="1638002"/>
                </a:cubicBezTo>
                <a:cubicBezTo>
                  <a:pt x="7494000" y="1725754"/>
                  <a:pt x="7474338" y="1791569"/>
                  <a:pt x="7435015" y="1835445"/>
                </a:cubicBezTo>
                <a:cubicBezTo>
                  <a:pt x="7395692" y="1879322"/>
                  <a:pt x="7343744" y="1901260"/>
                  <a:pt x="7279171" y="1901260"/>
                </a:cubicBezTo>
                <a:cubicBezTo>
                  <a:pt x="7260958" y="1901260"/>
                  <a:pt x="7247298" y="1902502"/>
                  <a:pt x="7238192" y="1904985"/>
                </a:cubicBezTo>
                <a:cubicBezTo>
                  <a:pt x="7229086" y="1907469"/>
                  <a:pt x="7217909" y="1913678"/>
                  <a:pt x="7204664" y="1923612"/>
                </a:cubicBezTo>
                <a:cubicBezTo>
                  <a:pt x="7190590" y="1933546"/>
                  <a:pt x="7174033" y="1948241"/>
                  <a:pt x="7154992" y="1967695"/>
                </a:cubicBezTo>
                <a:cubicBezTo>
                  <a:pt x="7135952" y="1987150"/>
                  <a:pt x="7121464" y="2004328"/>
                  <a:pt x="7111530" y="2019229"/>
                </a:cubicBezTo>
                <a:cubicBezTo>
                  <a:pt x="7095801" y="2042409"/>
                  <a:pt x="7087936" y="2060622"/>
                  <a:pt x="7087936" y="2073868"/>
                </a:cubicBezTo>
                <a:cubicBezTo>
                  <a:pt x="7087936" y="2083802"/>
                  <a:pt x="7093524" y="2094978"/>
                  <a:pt x="7104700" y="2107396"/>
                </a:cubicBezTo>
                <a:cubicBezTo>
                  <a:pt x="7115876" y="2119814"/>
                  <a:pt x="7134710" y="2136371"/>
                  <a:pt x="7161201" y="2157068"/>
                </a:cubicBezTo>
                <a:cubicBezTo>
                  <a:pt x="7361543" y="2316844"/>
                  <a:pt x="7513040" y="2525877"/>
                  <a:pt x="7615695" y="2784169"/>
                </a:cubicBezTo>
                <a:cubicBezTo>
                  <a:pt x="7628112" y="2814799"/>
                  <a:pt x="7641979" y="2835288"/>
                  <a:pt x="7657294" y="2845637"/>
                </a:cubicBezTo>
                <a:cubicBezTo>
                  <a:pt x="7672610" y="2855985"/>
                  <a:pt x="7692271" y="2861159"/>
                  <a:pt x="7716279" y="2861159"/>
                </a:cubicBezTo>
                <a:lnTo>
                  <a:pt x="8003131" y="2861159"/>
                </a:lnTo>
                <a:cubicBezTo>
                  <a:pt x="8019688" y="2861159"/>
                  <a:pt x="8031485" y="2857848"/>
                  <a:pt x="8038522" y="2851225"/>
                </a:cubicBezTo>
                <a:cubicBezTo>
                  <a:pt x="8045559" y="2844602"/>
                  <a:pt x="8049077" y="2834668"/>
                  <a:pt x="8049077" y="2821422"/>
                </a:cubicBezTo>
                <a:cubicBezTo>
                  <a:pt x="8049077" y="2811488"/>
                  <a:pt x="8047836" y="2799898"/>
                  <a:pt x="8045352" y="2786652"/>
                </a:cubicBezTo>
                <a:cubicBezTo>
                  <a:pt x="8029623" y="2712973"/>
                  <a:pt x="7999199" y="2628531"/>
                  <a:pt x="7954081" y="2533328"/>
                </a:cubicBezTo>
                <a:cubicBezTo>
                  <a:pt x="7908963" y="2438125"/>
                  <a:pt x="7854324" y="2347888"/>
                  <a:pt x="7790165" y="2262619"/>
                </a:cubicBezTo>
                <a:cubicBezTo>
                  <a:pt x="7726006" y="2177350"/>
                  <a:pt x="7659157" y="2111535"/>
                  <a:pt x="7589617" y="2065175"/>
                </a:cubicBezTo>
                <a:lnTo>
                  <a:pt x="7589617" y="2058967"/>
                </a:lnTo>
                <a:cubicBezTo>
                  <a:pt x="7681509" y="2025852"/>
                  <a:pt x="7758914" y="1971628"/>
                  <a:pt x="7821831" y="1896293"/>
                </a:cubicBezTo>
                <a:cubicBezTo>
                  <a:pt x="7884748" y="1820958"/>
                  <a:pt x="7916206" y="1714992"/>
                  <a:pt x="7916206" y="1578396"/>
                </a:cubicBezTo>
                <a:cubicBezTo>
                  <a:pt x="7916206" y="1410341"/>
                  <a:pt x="7862396" y="1285335"/>
                  <a:pt x="7754774" y="1203377"/>
                </a:cubicBezTo>
                <a:cubicBezTo>
                  <a:pt x="7647153" y="1121419"/>
                  <a:pt x="7484893" y="1080440"/>
                  <a:pt x="7267995" y="1080440"/>
                </a:cubicBezTo>
                <a:close/>
                <a:moveTo>
                  <a:pt x="1983299" y="1053121"/>
                </a:moveTo>
                <a:cubicBezTo>
                  <a:pt x="1851670" y="1053121"/>
                  <a:pt x="1736184" y="1073196"/>
                  <a:pt x="1636841" y="1113348"/>
                </a:cubicBezTo>
                <a:cubicBezTo>
                  <a:pt x="1537498" y="1153498"/>
                  <a:pt x="1460094" y="1213104"/>
                  <a:pt x="1404627" y="1292165"/>
                </a:cubicBezTo>
                <a:cubicBezTo>
                  <a:pt x="1349161" y="1371225"/>
                  <a:pt x="1321428" y="1467049"/>
                  <a:pt x="1321428" y="1579638"/>
                </a:cubicBezTo>
                <a:cubicBezTo>
                  <a:pt x="1321428" y="1673185"/>
                  <a:pt x="1336536" y="1752246"/>
                  <a:pt x="1366753" y="1816819"/>
                </a:cubicBezTo>
                <a:cubicBezTo>
                  <a:pt x="1396970" y="1881391"/>
                  <a:pt x="1444157" y="1936651"/>
                  <a:pt x="1508316" y="1982597"/>
                </a:cubicBezTo>
                <a:cubicBezTo>
                  <a:pt x="1572475" y="2028543"/>
                  <a:pt x="1658365" y="2069315"/>
                  <a:pt x="1765987" y="2104913"/>
                </a:cubicBezTo>
                <a:cubicBezTo>
                  <a:pt x="1858707" y="2136371"/>
                  <a:pt x="1930937" y="2166174"/>
                  <a:pt x="1982678" y="2194321"/>
                </a:cubicBezTo>
                <a:cubicBezTo>
                  <a:pt x="2034419" y="2222468"/>
                  <a:pt x="2070431" y="2250615"/>
                  <a:pt x="2090713" y="2278762"/>
                </a:cubicBezTo>
                <a:cubicBezTo>
                  <a:pt x="2110996" y="2306909"/>
                  <a:pt x="2121137" y="2337954"/>
                  <a:pt x="2121137" y="2371896"/>
                </a:cubicBezTo>
                <a:cubicBezTo>
                  <a:pt x="2121137" y="2433158"/>
                  <a:pt x="2100233" y="2480552"/>
                  <a:pt x="2058427" y="2514081"/>
                </a:cubicBezTo>
                <a:cubicBezTo>
                  <a:pt x="2016620" y="2547609"/>
                  <a:pt x="1955566" y="2564373"/>
                  <a:pt x="1875264" y="2564373"/>
                </a:cubicBezTo>
                <a:cubicBezTo>
                  <a:pt x="1801585" y="2564373"/>
                  <a:pt x="1744255" y="2553610"/>
                  <a:pt x="1703276" y="2532086"/>
                </a:cubicBezTo>
                <a:cubicBezTo>
                  <a:pt x="1662298" y="2510562"/>
                  <a:pt x="1628563" y="2485727"/>
                  <a:pt x="1602071" y="2457579"/>
                </a:cubicBezTo>
                <a:cubicBezTo>
                  <a:pt x="1586342" y="2441022"/>
                  <a:pt x="1573096" y="2429639"/>
                  <a:pt x="1562334" y="2423430"/>
                </a:cubicBezTo>
                <a:cubicBezTo>
                  <a:pt x="1551572" y="2417221"/>
                  <a:pt x="1537912" y="2414117"/>
                  <a:pt x="1521355" y="2414117"/>
                </a:cubicBezTo>
                <a:cubicBezTo>
                  <a:pt x="1503970" y="2414117"/>
                  <a:pt x="1475823" y="2416600"/>
                  <a:pt x="1436914" y="2421567"/>
                </a:cubicBezTo>
                <a:cubicBezTo>
                  <a:pt x="1398005" y="2426535"/>
                  <a:pt x="1367374" y="2431502"/>
                  <a:pt x="1345022" y="2436469"/>
                </a:cubicBezTo>
                <a:cubicBezTo>
                  <a:pt x="1331776" y="2439780"/>
                  <a:pt x="1322255" y="2444747"/>
                  <a:pt x="1316460" y="2451370"/>
                </a:cubicBezTo>
                <a:cubicBezTo>
                  <a:pt x="1313149" y="2455510"/>
                  <a:pt x="1310873" y="2460063"/>
                  <a:pt x="1309631" y="2465030"/>
                </a:cubicBezTo>
                <a:cubicBezTo>
                  <a:pt x="1308389" y="2469997"/>
                  <a:pt x="1307768" y="2475792"/>
                  <a:pt x="1307768" y="2482415"/>
                </a:cubicBezTo>
                <a:cubicBezTo>
                  <a:pt x="1306940" y="2491521"/>
                  <a:pt x="1306526" y="2504353"/>
                  <a:pt x="1306526" y="2520910"/>
                </a:cubicBezTo>
                <a:cubicBezTo>
                  <a:pt x="1306526" y="2557336"/>
                  <a:pt x="1310666" y="2597487"/>
                  <a:pt x="1318944" y="2641363"/>
                </a:cubicBezTo>
                <a:cubicBezTo>
                  <a:pt x="1321428" y="2652953"/>
                  <a:pt x="1325153" y="2663302"/>
                  <a:pt x="1330120" y="2672408"/>
                </a:cubicBezTo>
                <a:cubicBezTo>
                  <a:pt x="1335087" y="2681514"/>
                  <a:pt x="1342124" y="2692690"/>
                  <a:pt x="1351231" y="2705936"/>
                </a:cubicBezTo>
                <a:cubicBezTo>
                  <a:pt x="1392623" y="2758919"/>
                  <a:pt x="1454713" y="2803002"/>
                  <a:pt x="1537498" y="2838186"/>
                </a:cubicBezTo>
                <a:cubicBezTo>
                  <a:pt x="1620284" y="2873370"/>
                  <a:pt x="1732873" y="2890962"/>
                  <a:pt x="1875264" y="2890962"/>
                </a:cubicBezTo>
                <a:cubicBezTo>
                  <a:pt x="2005238" y="2890962"/>
                  <a:pt x="2120517" y="2870058"/>
                  <a:pt x="2221101" y="2828252"/>
                </a:cubicBezTo>
                <a:cubicBezTo>
                  <a:pt x="2321685" y="2786445"/>
                  <a:pt x="2400538" y="2723321"/>
                  <a:pt x="2457661" y="2638880"/>
                </a:cubicBezTo>
                <a:cubicBezTo>
                  <a:pt x="2514783" y="2554439"/>
                  <a:pt x="2543344" y="2450542"/>
                  <a:pt x="2543344" y="2327192"/>
                </a:cubicBezTo>
                <a:cubicBezTo>
                  <a:pt x="2543344" y="2229505"/>
                  <a:pt x="2525545" y="2149410"/>
                  <a:pt x="2489947" y="2086907"/>
                </a:cubicBezTo>
                <a:cubicBezTo>
                  <a:pt x="2454349" y="2024403"/>
                  <a:pt x="2404057" y="1973490"/>
                  <a:pt x="2339070" y="1934167"/>
                </a:cubicBezTo>
                <a:cubicBezTo>
                  <a:pt x="2274084" y="1894844"/>
                  <a:pt x="2187365" y="1856142"/>
                  <a:pt x="2078917" y="1818060"/>
                </a:cubicBezTo>
                <a:cubicBezTo>
                  <a:pt x="1992819" y="1787430"/>
                  <a:pt x="1926798" y="1761352"/>
                  <a:pt x="1880852" y="1739828"/>
                </a:cubicBezTo>
                <a:cubicBezTo>
                  <a:pt x="1834906" y="1718304"/>
                  <a:pt x="1800550" y="1694296"/>
                  <a:pt x="1777783" y="1667804"/>
                </a:cubicBezTo>
                <a:cubicBezTo>
                  <a:pt x="1755017" y="1641313"/>
                  <a:pt x="1743635" y="1609026"/>
                  <a:pt x="1743635" y="1570945"/>
                </a:cubicBezTo>
                <a:cubicBezTo>
                  <a:pt x="1743635" y="1517134"/>
                  <a:pt x="1763296" y="1471809"/>
                  <a:pt x="1802619" y="1434970"/>
                </a:cubicBezTo>
                <a:cubicBezTo>
                  <a:pt x="1841943" y="1398130"/>
                  <a:pt x="1902169" y="1379710"/>
                  <a:pt x="1983299" y="1379710"/>
                </a:cubicBezTo>
                <a:cubicBezTo>
                  <a:pt x="2037937" y="1379710"/>
                  <a:pt x="2079330" y="1387989"/>
                  <a:pt x="2107478" y="1404546"/>
                </a:cubicBezTo>
                <a:cubicBezTo>
                  <a:pt x="2135625" y="1421103"/>
                  <a:pt x="2160875" y="1441800"/>
                  <a:pt x="2183226" y="1466635"/>
                </a:cubicBezTo>
                <a:cubicBezTo>
                  <a:pt x="2193161" y="1477397"/>
                  <a:pt x="2201232" y="1484641"/>
                  <a:pt x="2207441" y="1488367"/>
                </a:cubicBezTo>
                <a:cubicBezTo>
                  <a:pt x="2213650" y="1492092"/>
                  <a:pt x="2224619" y="1495610"/>
                  <a:pt x="2240349" y="1498922"/>
                </a:cubicBezTo>
                <a:cubicBezTo>
                  <a:pt x="2284225" y="1508856"/>
                  <a:pt x="2346314" y="1512995"/>
                  <a:pt x="2426616" y="1511340"/>
                </a:cubicBezTo>
                <a:cubicBezTo>
                  <a:pt x="2439034" y="1511340"/>
                  <a:pt x="2448140" y="1509270"/>
                  <a:pt x="2453935" y="1505130"/>
                </a:cubicBezTo>
                <a:cubicBezTo>
                  <a:pt x="2460558" y="1500163"/>
                  <a:pt x="2465112" y="1491057"/>
                  <a:pt x="2467595" y="1477811"/>
                </a:cubicBezTo>
                <a:cubicBezTo>
                  <a:pt x="2473390" y="1431451"/>
                  <a:pt x="2476288" y="1387989"/>
                  <a:pt x="2476288" y="1347424"/>
                </a:cubicBezTo>
                <a:cubicBezTo>
                  <a:pt x="2476288" y="1332523"/>
                  <a:pt x="2475460" y="1311826"/>
                  <a:pt x="2473804" y="1285335"/>
                </a:cubicBezTo>
                <a:cubicBezTo>
                  <a:pt x="2472148" y="1275400"/>
                  <a:pt x="2470493" y="1267743"/>
                  <a:pt x="2468836" y="1262362"/>
                </a:cubicBezTo>
                <a:cubicBezTo>
                  <a:pt x="2467181" y="1256981"/>
                  <a:pt x="2463042" y="1249323"/>
                  <a:pt x="2456419" y="1239389"/>
                </a:cubicBezTo>
                <a:cubicBezTo>
                  <a:pt x="2441518" y="1215381"/>
                  <a:pt x="2415026" y="1189303"/>
                  <a:pt x="2376945" y="1161156"/>
                </a:cubicBezTo>
                <a:cubicBezTo>
                  <a:pt x="2338863" y="1133009"/>
                  <a:pt x="2286501" y="1107966"/>
                  <a:pt x="2219859" y="1086028"/>
                </a:cubicBezTo>
                <a:cubicBezTo>
                  <a:pt x="2153217" y="1064090"/>
                  <a:pt x="2074363" y="1053121"/>
                  <a:pt x="1983299" y="1053121"/>
                </a:cubicBezTo>
                <a:close/>
                <a:moveTo>
                  <a:pt x="3643035" y="1050637"/>
                </a:moveTo>
                <a:cubicBezTo>
                  <a:pt x="3457595" y="1050637"/>
                  <a:pt x="3299268" y="1085407"/>
                  <a:pt x="3168053" y="1154947"/>
                </a:cubicBezTo>
                <a:cubicBezTo>
                  <a:pt x="3036837" y="1224487"/>
                  <a:pt x="2936666" y="1329625"/>
                  <a:pt x="2867541" y="1470361"/>
                </a:cubicBezTo>
                <a:cubicBezTo>
                  <a:pt x="2798415" y="1611096"/>
                  <a:pt x="2763851" y="1785774"/>
                  <a:pt x="2763851" y="1994394"/>
                </a:cubicBezTo>
                <a:cubicBezTo>
                  <a:pt x="2763851" y="2190595"/>
                  <a:pt x="2798415" y="2355753"/>
                  <a:pt x="2867541" y="2489866"/>
                </a:cubicBezTo>
                <a:cubicBezTo>
                  <a:pt x="2936666" y="2623979"/>
                  <a:pt x="3034974" y="2724563"/>
                  <a:pt x="3162464" y="2791619"/>
                </a:cubicBezTo>
                <a:cubicBezTo>
                  <a:pt x="3289954" y="2858675"/>
                  <a:pt x="3440624" y="2892204"/>
                  <a:pt x="3614474" y="2892204"/>
                </a:cubicBezTo>
                <a:cubicBezTo>
                  <a:pt x="3795774" y="2892204"/>
                  <a:pt x="3951205" y="2858055"/>
                  <a:pt x="4080764" y="2789757"/>
                </a:cubicBezTo>
                <a:cubicBezTo>
                  <a:pt x="4210323" y="2721459"/>
                  <a:pt x="4309873" y="2617770"/>
                  <a:pt x="4379414" y="2478690"/>
                </a:cubicBezTo>
                <a:cubicBezTo>
                  <a:pt x="4448952" y="2339610"/>
                  <a:pt x="4483722" y="2166174"/>
                  <a:pt x="4483722" y="1958382"/>
                </a:cubicBezTo>
                <a:cubicBezTo>
                  <a:pt x="4483722" y="1762180"/>
                  <a:pt x="4449988" y="1596195"/>
                  <a:pt x="4382517" y="1460426"/>
                </a:cubicBezTo>
                <a:cubicBezTo>
                  <a:pt x="4315047" y="1324658"/>
                  <a:pt x="4218394" y="1222417"/>
                  <a:pt x="4092561" y="1153706"/>
                </a:cubicBezTo>
                <a:cubicBezTo>
                  <a:pt x="3966727" y="1084993"/>
                  <a:pt x="3816885" y="1050637"/>
                  <a:pt x="3643035" y="1050637"/>
                </a:cubicBezTo>
                <a:close/>
                <a:moveTo>
                  <a:pt x="9043314" y="1049395"/>
                </a:moveTo>
                <a:cubicBezTo>
                  <a:pt x="8871120" y="1049395"/>
                  <a:pt x="8721899" y="1085614"/>
                  <a:pt x="8595650" y="1158052"/>
                </a:cubicBezTo>
                <a:cubicBezTo>
                  <a:pt x="8469402" y="1230489"/>
                  <a:pt x="8372337" y="1336041"/>
                  <a:pt x="8304452" y="1474707"/>
                </a:cubicBezTo>
                <a:cubicBezTo>
                  <a:pt x="8236568" y="1613373"/>
                  <a:pt x="8202626" y="1779979"/>
                  <a:pt x="8202626" y="1974525"/>
                </a:cubicBezTo>
                <a:cubicBezTo>
                  <a:pt x="8202626" y="2306495"/>
                  <a:pt x="8275891" y="2542434"/>
                  <a:pt x="8422422" y="2682342"/>
                </a:cubicBezTo>
                <a:cubicBezTo>
                  <a:pt x="8568952" y="2822250"/>
                  <a:pt x="8768880" y="2892204"/>
                  <a:pt x="9022204" y="2892204"/>
                </a:cubicBezTo>
                <a:cubicBezTo>
                  <a:pt x="9150522" y="2892204"/>
                  <a:pt x="9257729" y="2877716"/>
                  <a:pt x="9343826" y="2848741"/>
                </a:cubicBezTo>
                <a:cubicBezTo>
                  <a:pt x="9429923" y="2819766"/>
                  <a:pt x="9494082" y="2788101"/>
                  <a:pt x="9536303" y="2753745"/>
                </a:cubicBezTo>
                <a:cubicBezTo>
                  <a:pt x="9578523" y="2719389"/>
                  <a:pt x="9608326" y="2687723"/>
                  <a:pt x="9625711" y="2658748"/>
                </a:cubicBezTo>
                <a:cubicBezTo>
                  <a:pt x="9632334" y="2647986"/>
                  <a:pt x="9636473" y="2639915"/>
                  <a:pt x="9638129" y="2634533"/>
                </a:cubicBezTo>
                <a:cubicBezTo>
                  <a:pt x="9639785" y="2629153"/>
                  <a:pt x="9641440" y="2621495"/>
                  <a:pt x="9643096" y="2611560"/>
                </a:cubicBezTo>
                <a:cubicBezTo>
                  <a:pt x="9644752" y="2583413"/>
                  <a:pt x="9645580" y="2558992"/>
                  <a:pt x="9645580" y="2538295"/>
                </a:cubicBezTo>
                <a:cubicBezTo>
                  <a:pt x="9645580" y="2504353"/>
                  <a:pt x="9643924" y="2465858"/>
                  <a:pt x="9640613" y="2422809"/>
                </a:cubicBezTo>
                <a:cubicBezTo>
                  <a:pt x="9638957" y="2403769"/>
                  <a:pt x="9634818" y="2391351"/>
                  <a:pt x="9628195" y="2385556"/>
                </a:cubicBezTo>
                <a:cubicBezTo>
                  <a:pt x="9621572" y="2379761"/>
                  <a:pt x="9609568" y="2376449"/>
                  <a:pt x="9592183" y="2375621"/>
                </a:cubicBezTo>
                <a:cubicBezTo>
                  <a:pt x="9573970" y="2373966"/>
                  <a:pt x="9550376" y="2373138"/>
                  <a:pt x="9521401" y="2373138"/>
                </a:cubicBezTo>
                <a:cubicBezTo>
                  <a:pt x="9448550" y="2373138"/>
                  <a:pt x="9400948" y="2376449"/>
                  <a:pt x="9378596" y="2383072"/>
                </a:cubicBezTo>
                <a:cubicBezTo>
                  <a:pt x="9363694" y="2386384"/>
                  <a:pt x="9351898" y="2391765"/>
                  <a:pt x="9343205" y="2399215"/>
                </a:cubicBezTo>
                <a:cubicBezTo>
                  <a:pt x="9334512" y="2406666"/>
                  <a:pt x="9323130" y="2419498"/>
                  <a:pt x="9309056" y="2437711"/>
                </a:cubicBezTo>
                <a:cubicBezTo>
                  <a:pt x="9290016" y="2462546"/>
                  <a:pt x="9271388" y="2483036"/>
                  <a:pt x="9253176" y="2499179"/>
                </a:cubicBezTo>
                <a:cubicBezTo>
                  <a:pt x="9234963" y="2515322"/>
                  <a:pt x="9208264" y="2528982"/>
                  <a:pt x="9173080" y="2540158"/>
                </a:cubicBezTo>
                <a:cubicBezTo>
                  <a:pt x="9137896" y="2551334"/>
                  <a:pt x="9092572" y="2556922"/>
                  <a:pt x="9037105" y="2556922"/>
                </a:cubicBezTo>
                <a:cubicBezTo>
                  <a:pt x="8958459" y="2556922"/>
                  <a:pt x="8888091" y="2534984"/>
                  <a:pt x="8826002" y="2491107"/>
                </a:cubicBezTo>
                <a:cubicBezTo>
                  <a:pt x="8763912" y="2447231"/>
                  <a:pt x="8714862" y="2380589"/>
                  <a:pt x="8678850" y="2291180"/>
                </a:cubicBezTo>
                <a:cubicBezTo>
                  <a:pt x="8642838" y="2201772"/>
                  <a:pt x="8624832" y="2091667"/>
                  <a:pt x="8624832" y="1960866"/>
                </a:cubicBezTo>
                <a:cubicBezTo>
                  <a:pt x="8624832" y="1767147"/>
                  <a:pt x="8661466" y="1622686"/>
                  <a:pt x="8734730" y="1527483"/>
                </a:cubicBezTo>
                <a:cubicBezTo>
                  <a:pt x="8807996" y="1432279"/>
                  <a:pt x="8906304" y="1384677"/>
                  <a:pt x="9029654" y="1384677"/>
                </a:cubicBezTo>
                <a:cubicBezTo>
                  <a:pt x="9102506" y="1384677"/>
                  <a:pt x="9157972" y="1396060"/>
                  <a:pt x="9196054" y="1418827"/>
                </a:cubicBezTo>
                <a:cubicBezTo>
                  <a:pt x="9234135" y="1441593"/>
                  <a:pt x="9264352" y="1469119"/>
                  <a:pt x="9286704" y="1501405"/>
                </a:cubicBezTo>
                <a:cubicBezTo>
                  <a:pt x="9296638" y="1515479"/>
                  <a:pt x="9306158" y="1525413"/>
                  <a:pt x="9315265" y="1531208"/>
                </a:cubicBezTo>
                <a:cubicBezTo>
                  <a:pt x="9324372" y="1537003"/>
                  <a:pt x="9338445" y="1541556"/>
                  <a:pt x="9357486" y="1544868"/>
                </a:cubicBezTo>
                <a:cubicBezTo>
                  <a:pt x="9374871" y="1547351"/>
                  <a:pt x="9399913" y="1549628"/>
                  <a:pt x="9432614" y="1551698"/>
                </a:cubicBezTo>
                <a:cubicBezTo>
                  <a:pt x="9465314" y="1553767"/>
                  <a:pt x="9494910" y="1554802"/>
                  <a:pt x="9521401" y="1554802"/>
                </a:cubicBezTo>
                <a:cubicBezTo>
                  <a:pt x="9547893" y="1554802"/>
                  <a:pt x="9566105" y="1550663"/>
                  <a:pt x="9576040" y="1542384"/>
                </a:cubicBezTo>
                <a:cubicBezTo>
                  <a:pt x="9580179" y="1539073"/>
                  <a:pt x="9583490" y="1534933"/>
                  <a:pt x="9585974" y="1529966"/>
                </a:cubicBezTo>
                <a:cubicBezTo>
                  <a:pt x="9588458" y="1524999"/>
                  <a:pt x="9590527" y="1517134"/>
                  <a:pt x="9592183" y="1506372"/>
                </a:cubicBezTo>
                <a:cubicBezTo>
                  <a:pt x="9598806" y="1464980"/>
                  <a:pt x="9602117" y="1420275"/>
                  <a:pt x="9602117" y="1372260"/>
                </a:cubicBezTo>
                <a:cubicBezTo>
                  <a:pt x="9602117" y="1354874"/>
                  <a:pt x="9601289" y="1337076"/>
                  <a:pt x="9599634" y="1318863"/>
                </a:cubicBezTo>
                <a:cubicBezTo>
                  <a:pt x="9598806" y="1304789"/>
                  <a:pt x="9597150" y="1294234"/>
                  <a:pt x="9594666" y="1287197"/>
                </a:cubicBezTo>
                <a:cubicBezTo>
                  <a:pt x="9592183" y="1280161"/>
                  <a:pt x="9588044" y="1271675"/>
                  <a:pt x="9582249" y="1261741"/>
                </a:cubicBezTo>
                <a:cubicBezTo>
                  <a:pt x="9547479" y="1207102"/>
                  <a:pt x="9488701" y="1158052"/>
                  <a:pt x="9405915" y="1114589"/>
                </a:cubicBezTo>
                <a:cubicBezTo>
                  <a:pt x="9323130" y="1071127"/>
                  <a:pt x="9202262" y="1049395"/>
                  <a:pt x="9043314" y="1049395"/>
                </a:cubicBezTo>
                <a:close/>
                <a:moveTo>
                  <a:pt x="4980144" y="1036978"/>
                </a:moveTo>
                <a:cubicBezTo>
                  <a:pt x="4974349" y="1036978"/>
                  <a:pt x="4969175" y="1038012"/>
                  <a:pt x="4964621" y="1040082"/>
                </a:cubicBezTo>
                <a:cubicBezTo>
                  <a:pt x="4960068" y="1042152"/>
                  <a:pt x="4954481" y="1046084"/>
                  <a:pt x="4947857" y="1051879"/>
                </a:cubicBezTo>
                <a:cubicBezTo>
                  <a:pt x="4880801" y="1112313"/>
                  <a:pt x="4828646" y="1169849"/>
                  <a:pt x="4791392" y="1224487"/>
                </a:cubicBezTo>
                <a:cubicBezTo>
                  <a:pt x="4785597" y="1233594"/>
                  <a:pt x="4782079" y="1241044"/>
                  <a:pt x="4780837" y="1246839"/>
                </a:cubicBezTo>
                <a:cubicBezTo>
                  <a:pt x="4779595" y="1252634"/>
                  <a:pt x="4778974" y="1263396"/>
                  <a:pt x="4778974" y="1279126"/>
                </a:cubicBezTo>
                <a:lnTo>
                  <a:pt x="4778974" y="2188112"/>
                </a:lnTo>
                <a:cubicBezTo>
                  <a:pt x="4778974" y="2367757"/>
                  <a:pt x="4807122" y="2508906"/>
                  <a:pt x="4863416" y="2611560"/>
                </a:cubicBezTo>
                <a:cubicBezTo>
                  <a:pt x="4919710" y="2714215"/>
                  <a:pt x="5001047" y="2786445"/>
                  <a:pt x="5107427" y="2828252"/>
                </a:cubicBezTo>
                <a:cubicBezTo>
                  <a:pt x="5213806" y="2870058"/>
                  <a:pt x="5349368" y="2890962"/>
                  <a:pt x="5514111" y="2890962"/>
                </a:cubicBezTo>
                <a:cubicBezTo>
                  <a:pt x="5668092" y="2890962"/>
                  <a:pt x="5798894" y="2869852"/>
                  <a:pt x="5906515" y="2827631"/>
                </a:cubicBezTo>
                <a:cubicBezTo>
                  <a:pt x="6014136" y="2785411"/>
                  <a:pt x="6098371" y="2712559"/>
                  <a:pt x="6159218" y="2609077"/>
                </a:cubicBezTo>
                <a:cubicBezTo>
                  <a:pt x="6220066" y="2505595"/>
                  <a:pt x="6250489" y="2365273"/>
                  <a:pt x="6250489" y="2188112"/>
                </a:cubicBezTo>
                <a:lnTo>
                  <a:pt x="6250489" y="1279126"/>
                </a:lnTo>
                <a:cubicBezTo>
                  <a:pt x="6250489" y="1264224"/>
                  <a:pt x="6249869" y="1253462"/>
                  <a:pt x="6248627" y="1246839"/>
                </a:cubicBezTo>
                <a:cubicBezTo>
                  <a:pt x="6247385" y="1240217"/>
                  <a:pt x="6243867" y="1232766"/>
                  <a:pt x="6238072" y="1224487"/>
                </a:cubicBezTo>
                <a:cubicBezTo>
                  <a:pt x="6199162" y="1167365"/>
                  <a:pt x="6147007" y="1109829"/>
                  <a:pt x="6081607" y="1051879"/>
                </a:cubicBezTo>
                <a:cubicBezTo>
                  <a:pt x="6070845" y="1041945"/>
                  <a:pt x="6060496" y="1036978"/>
                  <a:pt x="6050562" y="1036978"/>
                </a:cubicBezTo>
                <a:cubicBezTo>
                  <a:pt x="6044767" y="1036978"/>
                  <a:pt x="6039593" y="1038012"/>
                  <a:pt x="6035040" y="1040082"/>
                </a:cubicBezTo>
                <a:cubicBezTo>
                  <a:pt x="6030487" y="1042152"/>
                  <a:pt x="6024899" y="1046084"/>
                  <a:pt x="6018276" y="1051879"/>
                </a:cubicBezTo>
                <a:cubicBezTo>
                  <a:pt x="5951219" y="1112313"/>
                  <a:pt x="5899064" y="1169849"/>
                  <a:pt x="5861811" y="1224487"/>
                </a:cubicBezTo>
                <a:cubicBezTo>
                  <a:pt x="5856016" y="1233594"/>
                  <a:pt x="5852497" y="1241044"/>
                  <a:pt x="5851256" y="1246839"/>
                </a:cubicBezTo>
                <a:cubicBezTo>
                  <a:pt x="5850014" y="1252634"/>
                  <a:pt x="5849394" y="1263396"/>
                  <a:pt x="5849394" y="1279126"/>
                </a:cubicBezTo>
                <a:lnTo>
                  <a:pt x="5849394" y="2126023"/>
                </a:lnTo>
                <a:cubicBezTo>
                  <a:pt x="5849394" y="2241923"/>
                  <a:pt x="5837182" y="2330917"/>
                  <a:pt x="5812760" y="2393007"/>
                </a:cubicBezTo>
                <a:cubicBezTo>
                  <a:pt x="5788339" y="2455096"/>
                  <a:pt x="5752327" y="2497730"/>
                  <a:pt x="5704725" y="2520910"/>
                </a:cubicBezTo>
                <a:cubicBezTo>
                  <a:pt x="5657123" y="2544090"/>
                  <a:pt x="5593586" y="2555680"/>
                  <a:pt x="5514111" y="2555680"/>
                </a:cubicBezTo>
                <a:cubicBezTo>
                  <a:pt x="5436292" y="2555680"/>
                  <a:pt x="5373583" y="2544090"/>
                  <a:pt x="5325981" y="2520910"/>
                </a:cubicBezTo>
                <a:cubicBezTo>
                  <a:pt x="5278379" y="2497730"/>
                  <a:pt x="5242160" y="2454889"/>
                  <a:pt x="5217325" y="2392386"/>
                </a:cubicBezTo>
                <a:cubicBezTo>
                  <a:pt x="5192489" y="2329882"/>
                  <a:pt x="5180071" y="2241095"/>
                  <a:pt x="5180071" y="2126023"/>
                </a:cubicBezTo>
                <a:lnTo>
                  <a:pt x="5180071" y="1279126"/>
                </a:lnTo>
                <a:cubicBezTo>
                  <a:pt x="5180071" y="1264224"/>
                  <a:pt x="5179451" y="1253462"/>
                  <a:pt x="5178208" y="1246839"/>
                </a:cubicBezTo>
                <a:cubicBezTo>
                  <a:pt x="5176967" y="1240217"/>
                  <a:pt x="5173448" y="1232766"/>
                  <a:pt x="5167653" y="1224487"/>
                </a:cubicBezTo>
                <a:cubicBezTo>
                  <a:pt x="5128744" y="1167365"/>
                  <a:pt x="5076589" y="1109829"/>
                  <a:pt x="5011188" y="1051879"/>
                </a:cubicBezTo>
                <a:cubicBezTo>
                  <a:pt x="5000426" y="1041945"/>
                  <a:pt x="4990078" y="1036978"/>
                  <a:pt x="4980144" y="1036978"/>
                </a:cubicBezTo>
                <a:close/>
                <a:moveTo>
                  <a:pt x="0" y="0"/>
                </a:moveTo>
                <a:lnTo>
                  <a:pt x="12314583" y="0"/>
                </a:lnTo>
                <a:lnTo>
                  <a:pt x="12314583" y="7111272"/>
                </a:lnTo>
                <a:lnTo>
                  <a:pt x="0" y="71112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85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E09758-34B3-5930-D41C-8C6673D3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99B9BC-D8AF-6509-D14B-5988DF1A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E2DCC3D-5583-293B-592F-5FA7C7E47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15334" cy="6858000"/>
          </a:xfrm>
        </p:spPr>
      </p:pic>
      <p:pic>
        <p:nvPicPr>
          <p:cNvPr id="10" name="Picture 9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E1C665E-B875-8488-57FA-215A61D970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23"/>
          <a:stretch/>
        </p:blipFill>
        <p:spPr>
          <a:xfrm>
            <a:off x="9201873" y="0"/>
            <a:ext cx="2990127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694EA3-F760-933F-E571-470BD92521B9}"/>
              </a:ext>
            </a:extLst>
          </p:cNvPr>
          <p:cNvSpPr/>
          <p:nvPr/>
        </p:nvSpPr>
        <p:spPr>
          <a:xfrm>
            <a:off x="-87401400" y="-155052713"/>
            <a:ext cx="364675838" cy="206374713"/>
          </a:xfrm>
          <a:custGeom>
            <a:avLst/>
            <a:gdLst/>
            <a:ahLst/>
            <a:cxnLst/>
            <a:rect l="l" t="t" r="r" b="b"/>
            <a:pathLst>
              <a:path w="12314583" h="7111272">
                <a:moveTo>
                  <a:pt x="7041511" y="4455029"/>
                </a:moveTo>
                <a:lnTo>
                  <a:pt x="7096149" y="4455029"/>
                </a:lnTo>
                <a:cubicBezTo>
                  <a:pt x="7220328" y="4455029"/>
                  <a:pt x="7323189" y="4471379"/>
                  <a:pt x="7404733" y="4504080"/>
                </a:cubicBezTo>
                <a:cubicBezTo>
                  <a:pt x="7486277" y="4536780"/>
                  <a:pt x="7548573" y="4593074"/>
                  <a:pt x="7591622" y="4672962"/>
                </a:cubicBezTo>
                <a:cubicBezTo>
                  <a:pt x="7634670" y="4752851"/>
                  <a:pt x="7656194" y="4862335"/>
                  <a:pt x="7656194" y="5001415"/>
                </a:cubicBezTo>
                <a:cubicBezTo>
                  <a:pt x="7656194" y="5209207"/>
                  <a:pt x="7609420" y="5358221"/>
                  <a:pt x="7515873" y="5448457"/>
                </a:cubicBezTo>
                <a:cubicBezTo>
                  <a:pt x="7422325" y="5538693"/>
                  <a:pt x="7283245" y="5583812"/>
                  <a:pt x="7098633" y="5583812"/>
                </a:cubicBezTo>
                <a:lnTo>
                  <a:pt x="7041511" y="5583812"/>
                </a:lnTo>
                <a:cubicBezTo>
                  <a:pt x="6987700" y="5583812"/>
                  <a:pt x="6950654" y="5572222"/>
                  <a:pt x="6930371" y="5549042"/>
                </a:cubicBezTo>
                <a:cubicBezTo>
                  <a:pt x="6910089" y="5525862"/>
                  <a:pt x="6899947" y="5485711"/>
                  <a:pt x="6899947" y="5428588"/>
                </a:cubicBezTo>
                <a:lnTo>
                  <a:pt x="6899947" y="4609011"/>
                </a:lnTo>
                <a:cubicBezTo>
                  <a:pt x="6899947" y="4551888"/>
                  <a:pt x="6910089" y="4511944"/>
                  <a:pt x="6930371" y="4489178"/>
                </a:cubicBezTo>
                <a:cubicBezTo>
                  <a:pt x="6950654" y="4466412"/>
                  <a:pt x="6987700" y="4455029"/>
                  <a:pt x="7041511" y="4455029"/>
                </a:cubicBezTo>
                <a:close/>
                <a:moveTo>
                  <a:pt x="5336833" y="4433919"/>
                </a:moveTo>
                <a:cubicBezTo>
                  <a:pt x="5485848" y="4433919"/>
                  <a:pt x="5594711" y="4482969"/>
                  <a:pt x="5663423" y="4581070"/>
                </a:cubicBezTo>
                <a:cubicBezTo>
                  <a:pt x="5732135" y="4679171"/>
                  <a:pt x="5766491" y="4828393"/>
                  <a:pt x="5766491" y="5028734"/>
                </a:cubicBezTo>
                <a:cubicBezTo>
                  <a:pt x="5766491" y="5205895"/>
                  <a:pt x="5729444" y="5346217"/>
                  <a:pt x="5655351" y="5449699"/>
                </a:cubicBezTo>
                <a:cubicBezTo>
                  <a:pt x="5581258" y="5553181"/>
                  <a:pt x="5471774" y="5604922"/>
                  <a:pt x="5326899" y="5604922"/>
                </a:cubicBezTo>
                <a:cubicBezTo>
                  <a:pt x="5183680" y="5604922"/>
                  <a:pt x="5075231" y="5552767"/>
                  <a:pt x="5001552" y="5448457"/>
                </a:cubicBezTo>
                <a:cubicBezTo>
                  <a:pt x="4927872" y="5344147"/>
                  <a:pt x="4891032" y="5201756"/>
                  <a:pt x="4891032" y="5021283"/>
                </a:cubicBezTo>
                <a:cubicBezTo>
                  <a:pt x="4891032" y="4826737"/>
                  <a:pt x="4928286" y="4680206"/>
                  <a:pt x="5002793" y="4581691"/>
                </a:cubicBezTo>
                <a:cubicBezTo>
                  <a:pt x="5077301" y="4483176"/>
                  <a:pt x="5188647" y="4433919"/>
                  <a:pt x="5336833" y="4433919"/>
                </a:cubicBezTo>
                <a:close/>
                <a:moveTo>
                  <a:pt x="8691522" y="4128440"/>
                </a:moveTo>
                <a:cubicBezTo>
                  <a:pt x="8605424" y="4128440"/>
                  <a:pt x="8540645" y="4138788"/>
                  <a:pt x="8497182" y="4159484"/>
                </a:cubicBezTo>
                <a:cubicBezTo>
                  <a:pt x="8453720" y="4180181"/>
                  <a:pt x="8424124" y="4213709"/>
                  <a:pt x="8408394" y="4260069"/>
                </a:cubicBezTo>
                <a:cubicBezTo>
                  <a:pt x="8392666" y="4306429"/>
                  <a:pt x="8384801" y="4373485"/>
                  <a:pt x="8384801" y="4461238"/>
                </a:cubicBezTo>
                <a:lnTo>
                  <a:pt x="8384801" y="5576361"/>
                </a:lnTo>
                <a:cubicBezTo>
                  <a:pt x="8384801" y="5662458"/>
                  <a:pt x="8392872" y="5728686"/>
                  <a:pt x="8409016" y="5775046"/>
                </a:cubicBezTo>
                <a:cubicBezTo>
                  <a:pt x="8425159" y="5821406"/>
                  <a:pt x="8454962" y="5855348"/>
                  <a:pt x="8498424" y="5876873"/>
                </a:cubicBezTo>
                <a:cubicBezTo>
                  <a:pt x="8541886" y="5898397"/>
                  <a:pt x="8606252" y="5909159"/>
                  <a:pt x="8691522" y="5909159"/>
                </a:cubicBezTo>
                <a:lnTo>
                  <a:pt x="9316140" y="5909159"/>
                </a:lnTo>
                <a:cubicBezTo>
                  <a:pt x="9328557" y="5909159"/>
                  <a:pt x="9337250" y="5908538"/>
                  <a:pt x="9342217" y="5907296"/>
                </a:cubicBezTo>
                <a:cubicBezTo>
                  <a:pt x="9347184" y="5906055"/>
                  <a:pt x="9353393" y="5903364"/>
                  <a:pt x="9360844" y="5899225"/>
                </a:cubicBezTo>
                <a:cubicBezTo>
                  <a:pt x="9405548" y="5868594"/>
                  <a:pt x="9452322" y="5825960"/>
                  <a:pt x="9501165" y="5771321"/>
                </a:cubicBezTo>
                <a:cubicBezTo>
                  <a:pt x="9509444" y="5762215"/>
                  <a:pt x="9513583" y="5753936"/>
                  <a:pt x="9513583" y="5746485"/>
                </a:cubicBezTo>
                <a:cubicBezTo>
                  <a:pt x="9513583" y="5739862"/>
                  <a:pt x="9509444" y="5731170"/>
                  <a:pt x="9501165" y="5720408"/>
                </a:cubicBezTo>
                <a:cubicBezTo>
                  <a:pt x="9452322" y="5665769"/>
                  <a:pt x="9405548" y="5623135"/>
                  <a:pt x="9360844" y="5592504"/>
                </a:cubicBezTo>
                <a:cubicBezTo>
                  <a:pt x="9353393" y="5587537"/>
                  <a:pt x="9347391" y="5584639"/>
                  <a:pt x="9342838" y="5583812"/>
                </a:cubicBezTo>
                <a:cubicBezTo>
                  <a:pt x="9338284" y="5582984"/>
                  <a:pt x="9329385" y="5582570"/>
                  <a:pt x="9316140" y="5582570"/>
                </a:cubicBezTo>
                <a:lnTo>
                  <a:pt x="8927460" y="5582570"/>
                </a:lnTo>
                <a:cubicBezTo>
                  <a:pt x="8873650" y="5582570"/>
                  <a:pt x="8836604" y="5570980"/>
                  <a:pt x="8816321" y="5547800"/>
                </a:cubicBezTo>
                <a:cubicBezTo>
                  <a:pt x="8796038" y="5524620"/>
                  <a:pt x="8785897" y="5484469"/>
                  <a:pt x="8785897" y="5427347"/>
                </a:cubicBezTo>
                <a:lnTo>
                  <a:pt x="8785897" y="5176506"/>
                </a:lnTo>
                <a:lnTo>
                  <a:pt x="9231698" y="5176506"/>
                </a:lnTo>
                <a:cubicBezTo>
                  <a:pt x="9244116" y="5176506"/>
                  <a:pt x="9252808" y="5175885"/>
                  <a:pt x="9257776" y="5174644"/>
                </a:cubicBezTo>
                <a:cubicBezTo>
                  <a:pt x="9262742" y="5173402"/>
                  <a:pt x="9268952" y="5170711"/>
                  <a:pt x="9276402" y="5166572"/>
                </a:cubicBezTo>
                <a:cubicBezTo>
                  <a:pt x="9321106" y="5135941"/>
                  <a:pt x="9367880" y="5093307"/>
                  <a:pt x="9416724" y="5038668"/>
                </a:cubicBezTo>
                <a:cubicBezTo>
                  <a:pt x="9425002" y="5029562"/>
                  <a:pt x="9429142" y="5021283"/>
                  <a:pt x="9429142" y="5013833"/>
                </a:cubicBezTo>
                <a:cubicBezTo>
                  <a:pt x="9429142" y="5007210"/>
                  <a:pt x="9425002" y="4998517"/>
                  <a:pt x="9416724" y="4987755"/>
                </a:cubicBezTo>
                <a:cubicBezTo>
                  <a:pt x="9367880" y="4933116"/>
                  <a:pt x="9321106" y="4890482"/>
                  <a:pt x="9276402" y="4859851"/>
                </a:cubicBezTo>
                <a:cubicBezTo>
                  <a:pt x="9268952" y="4854884"/>
                  <a:pt x="9262950" y="4851986"/>
                  <a:pt x="9258396" y="4851159"/>
                </a:cubicBezTo>
                <a:cubicBezTo>
                  <a:pt x="9253843" y="4850331"/>
                  <a:pt x="9244944" y="4849917"/>
                  <a:pt x="9231698" y="4849917"/>
                </a:cubicBezTo>
                <a:lnTo>
                  <a:pt x="8785897" y="4849917"/>
                </a:lnTo>
                <a:lnTo>
                  <a:pt x="8785897" y="4609011"/>
                </a:lnTo>
                <a:cubicBezTo>
                  <a:pt x="8785897" y="4551888"/>
                  <a:pt x="8796038" y="4511944"/>
                  <a:pt x="8816321" y="4489178"/>
                </a:cubicBezTo>
                <a:cubicBezTo>
                  <a:pt x="8836604" y="4466412"/>
                  <a:pt x="8873650" y="4455029"/>
                  <a:pt x="8927460" y="4455029"/>
                </a:cubicBezTo>
                <a:lnTo>
                  <a:pt x="9275160" y="4455029"/>
                </a:lnTo>
                <a:cubicBezTo>
                  <a:pt x="9287578" y="4455029"/>
                  <a:pt x="9296270" y="4454408"/>
                  <a:pt x="9301238" y="4453166"/>
                </a:cubicBezTo>
                <a:cubicBezTo>
                  <a:pt x="9306205" y="4451925"/>
                  <a:pt x="9312414" y="4449234"/>
                  <a:pt x="9319864" y="4445095"/>
                </a:cubicBezTo>
                <a:cubicBezTo>
                  <a:pt x="9364569" y="4414464"/>
                  <a:pt x="9411343" y="4371830"/>
                  <a:pt x="9460186" y="4317191"/>
                </a:cubicBezTo>
                <a:cubicBezTo>
                  <a:pt x="9468465" y="4308085"/>
                  <a:pt x="9472604" y="4299806"/>
                  <a:pt x="9472604" y="4292355"/>
                </a:cubicBezTo>
                <a:cubicBezTo>
                  <a:pt x="9472604" y="4285733"/>
                  <a:pt x="9468465" y="4277040"/>
                  <a:pt x="9460186" y="4266278"/>
                </a:cubicBezTo>
                <a:cubicBezTo>
                  <a:pt x="9411343" y="4211639"/>
                  <a:pt x="9364569" y="4169005"/>
                  <a:pt x="9319864" y="4138374"/>
                </a:cubicBezTo>
                <a:cubicBezTo>
                  <a:pt x="9312414" y="4133407"/>
                  <a:pt x="9306412" y="4130509"/>
                  <a:pt x="9301859" y="4129682"/>
                </a:cubicBezTo>
                <a:cubicBezTo>
                  <a:pt x="9297306" y="4128854"/>
                  <a:pt x="9288406" y="4128440"/>
                  <a:pt x="9275160" y="4128440"/>
                </a:cubicBezTo>
                <a:close/>
                <a:moveTo>
                  <a:pt x="6805572" y="4128440"/>
                </a:moveTo>
                <a:cubicBezTo>
                  <a:pt x="6719475" y="4128440"/>
                  <a:pt x="6654695" y="4138788"/>
                  <a:pt x="6611233" y="4159484"/>
                </a:cubicBezTo>
                <a:cubicBezTo>
                  <a:pt x="6567770" y="4180181"/>
                  <a:pt x="6538174" y="4213709"/>
                  <a:pt x="6522445" y="4260069"/>
                </a:cubicBezTo>
                <a:cubicBezTo>
                  <a:pt x="6506716" y="4306429"/>
                  <a:pt x="6498851" y="4373485"/>
                  <a:pt x="6498851" y="4461238"/>
                </a:cubicBezTo>
                <a:lnTo>
                  <a:pt x="6498851" y="5576361"/>
                </a:lnTo>
                <a:cubicBezTo>
                  <a:pt x="6498851" y="5662458"/>
                  <a:pt x="6506923" y="5728686"/>
                  <a:pt x="6523066" y="5775046"/>
                </a:cubicBezTo>
                <a:cubicBezTo>
                  <a:pt x="6539209" y="5821406"/>
                  <a:pt x="6569012" y="5855348"/>
                  <a:pt x="6612474" y="5876873"/>
                </a:cubicBezTo>
                <a:cubicBezTo>
                  <a:pt x="6655937" y="5898397"/>
                  <a:pt x="6720303" y="5909159"/>
                  <a:pt x="6805572" y="5909159"/>
                </a:cubicBezTo>
                <a:lnTo>
                  <a:pt x="7186800" y="5909159"/>
                </a:lnTo>
                <a:cubicBezTo>
                  <a:pt x="7468271" y="5909159"/>
                  <a:pt x="7687239" y="5836101"/>
                  <a:pt x="7843704" y="5689984"/>
                </a:cubicBezTo>
                <a:cubicBezTo>
                  <a:pt x="8000169" y="5543867"/>
                  <a:pt x="8078401" y="5312689"/>
                  <a:pt x="8078401" y="4996447"/>
                </a:cubicBezTo>
                <a:cubicBezTo>
                  <a:pt x="8078401" y="4783689"/>
                  <a:pt x="8042182" y="4613150"/>
                  <a:pt x="7969745" y="4484832"/>
                </a:cubicBezTo>
                <a:cubicBezTo>
                  <a:pt x="7897308" y="4356514"/>
                  <a:pt x="7795481" y="4265036"/>
                  <a:pt x="7664266" y="4210398"/>
                </a:cubicBezTo>
                <a:cubicBezTo>
                  <a:pt x="7533051" y="4155759"/>
                  <a:pt x="7373895" y="4128440"/>
                  <a:pt x="7186800" y="4128440"/>
                </a:cubicBezTo>
                <a:close/>
                <a:moveTo>
                  <a:pt x="5348009" y="4098637"/>
                </a:moveTo>
                <a:cubicBezTo>
                  <a:pt x="5162570" y="4098637"/>
                  <a:pt x="5004242" y="4133407"/>
                  <a:pt x="4873027" y="4202947"/>
                </a:cubicBezTo>
                <a:cubicBezTo>
                  <a:pt x="4741811" y="4272487"/>
                  <a:pt x="4641641" y="4377625"/>
                  <a:pt x="4572515" y="4518360"/>
                </a:cubicBezTo>
                <a:cubicBezTo>
                  <a:pt x="4503389" y="4659096"/>
                  <a:pt x="4468826" y="4833774"/>
                  <a:pt x="4468826" y="5042393"/>
                </a:cubicBezTo>
                <a:cubicBezTo>
                  <a:pt x="4468826" y="5238595"/>
                  <a:pt x="4503389" y="5403753"/>
                  <a:pt x="4572515" y="5537866"/>
                </a:cubicBezTo>
                <a:cubicBezTo>
                  <a:pt x="4641641" y="5671978"/>
                  <a:pt x="4739949" y="5772563"/>
                  <a:pt x="4867439" y="5839619"/>
                </a:cubicBezTo>
                <a:cubicBezTo>
                  <a:pt x="4994929" y="5906676"/>
                  <a:pt x="5145599" y="5940204"/>
                  <a:pt x="5319448" y="5940204"/>
                </a:cubicBezTo>
                <a:cubicBezTo>
                  <a:pt x="5500749" y="5940204"/>
                  <a:pt x="5656179" y="5906055"/>
                  <a:pt x="5785738" y="5837757"/>
                </a:cubicBezTo>
                <a:cubicBezTo>
                  <a:pt x="5915298" y="5769458"/>
                  <a:pt x="6014848" y="5665769"/>
                  <a:pt x="6084388" y="5526689"/>
                </a:cubicBezTo>
                <a:cubicBezTo>
                  <a:pt x="6153928" y="5387610"/>
                  <a:pt x="6188698" y="5214174"/>
                  <a:pt x="6188698" y="5006382"/>
                </a:cubicBezTo>
                <a:cubicBezTo>
                  <a:pt x="6188698" y="4810180"/>
                  <a:pt x="6154963" y="4644194"/>
                  <a:pt x="6087493" y="4508426"/>
                </a:cubicBezTo>
                <a:cubicBezTo>
                  <a:pt x="6020022" y="4372657"/>
                  <a:pt x="5923370" y="4270417"/>
                  <a:pt x="5797535" y="4201705"/>
                </a:cubicBezTo>
                <a:cubicBezTo>
                  <a:pt x="5671701" y="4132993"/>
                  <a:pt x="5521860" y="4098637"/>
                  <a:pt x="5348009" y="4098637"/>
                </a:cubicBezTo>
                <a:close/>
                <a:moveTo>
                  <a:pt x="3680740" y="4097395"/>
                </a:moveTo>
                <a:cubicBezTo>
                  <a:pt x="3508545" y="4097395"/>
                  <a:pt x="3359324" y="4133614"/>
                  <a:pt x="3233076" y="4206051"/>
                </a:cubicBezTo>
                <a:cubicBezTo>
                  <a:pt x="3106828" y="4278489"/>
                  <a:pt x="3009762" y="4384040"/>
                  <a:pt x="2941878" y="4522706"/>
                </a:cubicBezTo>
                <a:cubicBezTo>
                  <a:pt x="2873994" y="4661373"/>
                  <a:pt x="2840052" y="4827979"/>
                  <a:pt x="2840052" y="5022525"/>
                </a:cubicBezTo>
                <a:cubicBezTo>
                  <a:pt x="2840052" y="5354495"/>
                  <a:pt x="2913317" y="5590434"/>
                  <a:pt x="3059847" y="5730342"/>
                </a:cubicBezTo>
                <a:cubicBezTo>
                  <a:pt x="3206378" y="5870250"/>
                  <a:pt x="3406305" y="5940204"/>
                  <a:pt x="3659629" y="5940204"/>
                </a:cubicBezTo>
                <a:cubicBezTo>
                  <a:pt x="3787947" y="5940204"/>
                  <a:pt x="3895154" y="5925716"/>
                  <a:pt x="3981252" y="5896741"/>
                </a:cubicBezTo>
                <a:cubicBezTo>
                  <a:pt x="4067349" y="5867766"/>
                  <a:pt x="4131508" y="5836101"/>
                  <a:pt x="4173728" y="5801745"/>
                </a:cubicBezTo>
                <a:cubicBezTo>
                  <a:pt x="4215948" y="5767389"/>
                  <a:pt x="4245752" y="5735723"/>
                  <a:pt x="4263136" y="5706748"/>
                </a:cubicBezTo>
                <a:cubicBezTo>
                  <a:pt x="4269759" y="5695986"/>
                  <a:pt x="4273898" y="5687914"/>
                  <a:pt x="4275554" y="5682533"/>
                </a:cubicBezTo>
                <a:cubicBezTo>
                  <a:pt x="4277210" y="5677152"/>
                  <a:pt x="4278865" y="5669495"/>
                  <a:pt x="4280521" y="5659560"/>
                </a:cubicBezTo>
                <a:cubicBezTo>
                  <a:pt x="4282177" y="5631413"/>
                  <a:pt x="4283005" y="5606992"/>
                  <a:pt x="4283005" y="5586295"/>
                </a:cubicBezTo>
                <a:cubicBezTo>
                  <a:pt x="4283005" y="5552353"/>
                  <a:pt x="4281349" y="5513858"/>
                  <a:pt x="4278038" y="5470809"/>
                </a:cubicBezTo>
                <a:cubicBezTo>
                  <a:pt x="4276383" y="5451768"/>
                  <a:pt x="4272242" y="5439351"/>
                  <a:pt x="4265620" y="5433556"/>
                </a:cubicBezTo>
                <a:cubicBezTo>
                  <a:pt x="4258997" y="5427761"/>
                  <a:pt x="4246993" y="5424449"/>
                  <a:pt x="4229608" y="5423621"/>
                </a:cubicBezTo>
                <a:cubicBezTo>
                  <a:pt x="4211395" y="5421966"/>
                  <a:pt x="4187802" y="5421138"/>
                  <a:pt x="4158827" y="5421138"/>
                </a:cubicBezTo>
                <a:cubicBezTo>
                  <a:pt x="4085976" y="5421138"/>
                  <a:pt x="4038373" y="5424449"/>
                  <a:pt x="4016022" y="5431072"/>
                </a:cubicBezTo>
                <a:cubicBezTo>
                  <a:pt x="4001120" y="5434383"/>
                  <a:pt x="3989323" y="5439765"/>
                  <a:pt x="3980630" y="5447215"/>
                </a:cubicBezTo>
                <a:cubicBezTo>
                  <a:pt x="3971938" y="5454666"/>
                  <a:pt x="3960555" y="5467498"/>
                  <a:pt x="3946482" y="5485711"/>
                </a:cubicBezTo>
                <a:cubicBezTo>
                  <a:pt x="3927441" y="5510546"/>
                  <a:pt x="3908814" y="5531036"/>
                  <a:pt x="3890601" y="5547179"/>
                </a:cubicBezTo>
                <a:cubicBezTo>
                  <a:pt x="3872388" y="5563322"/>
                  <a:pt x="3845690" y="5576982"/>
                  <a:pt x="3810506" y="5588158"/>
                </a:cubicBezTo>
                <a:cubicBezTo>
                  <a:pt x="3775322" y="5599334"/>
                  <a:pt x="3729997" y="5604922"/>
                  <a:pt x="3674531" y="5604922"/>
                </a:cubicBezTo>
                <a:cubicBezTo>
                  <a:pt x="3595884" y="5604922"/>
                  <a:pt x="3525517" y="5582984"/>
                  <a:pt x="3463427" y="5539107"/>
                </a:cubicBezTo>
                <a:cubicBezTo>
                  <a:pt x="3401338" y="5495231"/>
                  <a:pt x="3352288" y="5428588"/>
                  <a:pt x="3316276" y="5339180"/>
                </a:cubicBezTo>
                <a:cubicBezTo>
                  <a:pt x="3280264" y="5249771"/>
                  <a:pt x="3262258" y="5139667"/>
                  <a:pt x="3262258" y="5008865"/>
                </a:cubicBezTo>
                <a:cubicBezTo>
                  <a:pt x="3262258" y="4815147"/>
                  <a:pt x="3298891" y="4670686"/>
                  <a:pt x="3372156" y="4575482"/>
                </a:cubicBezTo>
                <a:cubicBezTo>
                  <a:pt x="3445421" y="4480279"/>
                  <a:pt x="3543729" y="4432677"/>
                  <a:pt x="3667080" y="4432677"/>
                </a:cubicBezTo>
                <a:cubicBezTo>
                  <a:pt x="3739931" y="4432677"/>
                  <a:pt x="3795398" y="4444060"/>
                  <a:pt x="3833479" y="4466826"/>
                </a:cubicBezTo>
                <a:cubicBezTo>
                  <a:pt x="3871560" y="4489592"/>
                  <a:pt x="3901777" y="4517118"/>
                  <a:pt x="3924129" y="4549405"/>
                </a:cubicBezTo>
                <a:cubicBezTo>
                  <a:pt x="3934063" y="4563478"/>
                  <a:pt x="3943584" y="4573413"/>
                  <a:pt x="3952691" y="4579208"/>
                </a:cubicBezTo>
                <a:cubicBezTo>
                  <a:pt x="3961797" y="4585003"/>
                  <a:pt x="3975870" y="4589556"/>
                  <a:pt x="3994911" y="4592867"/>
                </a:cubicBezTo>
                <a:cubicBezTo>
                  <a:pt x="4012296" y="4595351"/>
                  <a:pt x="4037339" y="4597628"/>
                  <a:pt x="4070039" y="4599697"/>
                </a:cubicBezTo>
                <a:cubicBezTo>
                  <a:pt x="4102740" y="4601767"/>
                  <a:pt x="4132335" y="4602802"/>
                  <a:pt x="4158827" y="4602802"/>
                </a:cubicBezTo>
                <a:cubicBezTo>
                  <a:pt x="4185318" y="4602802"/>
                  <a:pt x="4203531" y="4598662"/>
                  <a:pt x="4213466" y="4590384"/>
                </a:cubicBezTo>
                <a:cubicBezTo>
                  <a:pt x="4217604" y="4587072"/>
                  <a:pt x="4220915" y="4582933"/>
                  <a:pt x="4223399" y="4577966"/>
                </a:cubicBezTo>
                <a:cubicBezTo>
                  <a:pt x="4225883" y="4572999"/>
                  <a:pt x="4227952" y="4565134"/>
                  <a:pt x="4229608" y="4554372"/>
                </a:cubicBezTo>
                <a:cubicBezTo>
                  <a:pt x="4236231" y="4512979"/>
                  <a:pt x="4239542" y="4468275"/>
                  <a:pt x="4239542" y="4420259"/>
                </a:cubicBezTo>
                <a:cubicBezTo>
                  <a:pt x="4239542" y="4402874"/>
                  <a:pt x="4238714" y="4385075"/>
                  <a:pt x="4237059" y="4366862"/>
                </a:cubicBezTo>
                <a:cubicBezTo>
                  <a:pt x="4236231" y="4352789"/>
                  <a:pt x="4234576" y="4342234"/>
                  <a:pt x="4232091" y="4335197"/>
                </a:cubicBezTo>
                <a:cubicBezTo>
                  <a:pt x="4229608" y="4328160"/>
                  <a:pt x="4225469" y="4319675"/>
                  <a:pt x="4219674" y="4309740"/>
                </a:cubicBezTo>
                <a:cubicBezTo>
                  <a:pt x="4184904" y="4255102"/>
                  <a:pt x="4126127" y="4206051"/>
                  <a:pt x="4043341" y="4162589"/>
                </a:cubicBezTo>
                <a:cubicBezTo>
                  <a:pt x="3960555" y="4119126"/>
                  <a:pt x="3839688" y="4097395"/>
                  <a:pt x="3680740" y="4097395"/>
                </a:cubicBezTo>
                <a:close/>
                <a:moveTo>
                  <a:pt x="3631859" y="1385919"/>
                </a:moveTo>
                <a:cubicBezTo>
                  <a:pt x="3780873" y="1385919"/>
                  <a:pt x="3889736" y="1434970"/>
                  <a:pt x="3958448" y="1533071"/>
                </a:cubicBezTo>
                <a:cubicBezTo>
                  <a:pt x="4027160" y="1631172"/>
                  <a:pt x="4061517" y="1780393"/>
                  <a:pt x="4061517" y="1980734"/>
                </a:cubicBezTo>
                <a:cubicBezTo>
                  <a:pt x="4061517" y="2157895"/>
                  <a:pt x="4024470" y="2298217"/>
                  <a:pt x="3950377" y="2401699"/>
                </a:cubicBezTo>
                <a:cubicBezTo>
                  <a:pt x="3876284" y="2505181"/>
                  <a:pt x="3766800" y="2556922"/>
                  <a:pt x="3621925" y="2556922"/>
                </a:cubicBezTo>
                <a:cubicBezTo>
                  <a:pt x="3478706" y="2556922"/>
                  <a:pt x="3370256" y="2504767"/>
                  <a:pt x="3296577" y="2400457"/>
                </a:cubicBezTo>
                <a:cubicBezTo>
                  <a:pt x="3222898" y="2296147"/>
                  <a:pt x="3186058" y="2153756"/>
                  <a:pt x="3186058" y="1973283"/>
                </a:cubicBezTo>
                <a:cubicBezTo>
                  <a:pt x="3186058" y="1778737"/>
                  <a:pt x="3223312" y="1632206"/>
                  <a:pt x="3297819" y="1533692"/>
                </a:cubicBezTo>
                <a:cubicBezTo>
                  <a:pt x="3372326" y="1435177"/>
                  <a:pt x="3483673" y="1385919"/>
                  <a:pt x="3631859" y="1385919"/>
                </a:cubicBezTo>
                <a:close/>
                <a:moveTo>
                  <a:pt x="10225047" y="1080440"/>
                </a:moveTo>
                <a:cubicBezTo>
                  <a:pt x="10138950" y="1080440"/>
                  <a:pt x="10074170" y="1090788"/>
                  <a:pt x="10030707" y="1111485"/>
                </a:cubicBezTo>
                <a:cubicBezTo>
                  <a:pt x="9987245" y="1132181"/>
                  <a:pt x="9957649" y="1165709"/>
                  <a:pt x="9941920" y="1212069"/>
                </a:cubicBezTo>
                <a:cubicBezTo>
                  <a:pt x="9926190" y="1258429"/>
                  <a:pt x="9918326" y="1325486"/>
                  <a:pt x="9918326" y="1413239"/>
                </a:cubicBezTo>
                <a:lnTo>
                  <a:pt x="9918326" y="2528361"/>
                </a:lnTo>
                <a:cubicBezTo>
                  <a:pt x="9918326" y="2614458"/>
                  <a:pt x="9926397" y="2680686"/>
                  <a:pt x="9942541" y="2727046"/>
                </a:cubicBezTo>
                <a:cubicBezTo>
                  <a:pt x="9958684" y="2773406"/>
                  <a:pt x="9988487" y="2807348"/>
                  <a:pt x="10031949" y="2828873"/>
                </a:cubicBezTo>
                <a:cubicBezTo>
                  <a:pt x="10075412" y="2850397"/>
                  <a:pt x="10139777" y="2861159"/>
                  <a:pt x="10225047" y="2861159"/>
                </a:cubicBezTo>
                <a:lnTo>
                  <a:pt x="10849664" y="2861159"/>
                </a:lnTo>
                <a:cubicBezTo>
                  <a:pt x="10862082" y="2861159"/>
                  <a:pt x="10870775" y="2860538"/>
                  <a:pt x="10875742" y="2859297"/>
                </a:cubicBezTo>
                <a:cubicBezTo>
                  <a:pt x="10880709" y="2858055"/>
                  <a:pt x="10886918" y="2855364"/>
                  <a:pt x="10894369" y="2851225"/>
                </a:cubicBezTo>
                <a:cubicBezTo>
                  <a:pt x="10939073" y="2820594"/>
                  <a:pt x="10985847" y="2777960"/>
                  <a:pt x="11034690" y="2723321"/>
                </a:cubicBezTo>
                <a:cubicBezTo>
                  <a:pt x="11042969" y="2714215"/>
                  <a:pt x="11047108" y="2705936"/>
                  <a:pt x="11047108" y="2698485"/>
                </a:cubicBezTo>
                <a:cubicBezTo>
                  <a:pt x="11047108" y="2691863"/>
                  <a:pt x="11042969" y="2683170"/>
                  <a:pt x="11034690" y="2672408"/>
                </a:cubicBezTo>
                <a:cubicBezTo>
                  <a:pt x="10985847" y="2617770"/>
                  <a:pt x="10939073" y="2575135"/>
                  <a:pt x="10894369" y="2544504"/>
                </a:cubicBezTo>
                <a:cubicBezTo>
                  <a:pt x="10886918" y="2539537"/>
                  <a:pt x="10880916" y="2536639"/>
                  <a:pt x="10876363" y="2535812"/>
                </a:cubicBezTo>
                <a:cubicBezTo>
                  <a:pt x="10871809" y="2534984"/>
                  <a:pt x="10862910" y="2534570"/>
                  <a:pt x="10849664" y="2534570"/>
                </a:cubicBezTo>
                <a:lnTo>
                  <a:pt x="10460986" y="2534570"/>
                </a:lnTo>
                <a:cubicBezTo>
                  <a:pt x="10407175" y="2534570"/>
                  <a:pt x="10370128" y="2522980"/>
                  <a:pt x="10349846" y="2499800"/>
                </a:cubicBezTo>
                <a:cubicBezTo>
                  <a:pt x="10329563" y="2476620"/>
                  <a:pt x="10319422" y="2436469"/>
                  <a:pt x="10319422" y="2379347"/>
                </a:cubicBezTo>
                <a:lnTo>
                  <a:pt x="10319422" y="2128506"/>
                </a:lnTo>
                <a:lnTo>
                  <a:pt x="10765223" y="2128506"/>
                </a:lnTo>
                <a:cubicBezTo>
                  <a:pt x="10777641" y="2128506"/>
                  <a:pt x="10786333" y="2127886"/>
                  <a:pt x="10791300" y="2126644"/>
                </a:cubicBezTo>
                <a:cubicBezTo>
                  <a:pt x="10796268" y="2125402"/>
                  <a:pt x="10802476" y="2122711"/>
                  <a:pt x="10809927" y="2118572"/>
                </a:cubicBezTo>
                <a:cubicBezTo>
                  <a:pt x="10854631" y="2087941"/>
                  <a:pt x="10901405" y="2045307"/>
                  <a:pt x="10950249" y="1990668"/>
                </a:cubicBezTo>
                <a:cubicBezTo>
                  <a:pt x="10958527" y="1981562"/>
                  <a:pt x="10962667" y="1973283"/>
                  <a:pt x="10962667" y="1965833"/>
                </a:cubicBezTo>
                <a:cubicBezTo>
                  <a:pt x="10962667" y="1959210"/>
                  <a:pt x="10958527" y="1950517"/>
                  <a:pt x="10950249" y="1939755"/>
                </a:cubicBezTo>
                <a:cubicBezTo>
                  <a:pt x="10901405" y="1885117"/>
                  <a:pt x="10854631" y="1842482"/>
                  <a:pt x="10809927" y="1811851"/>
                </a:cubicBezTo>
                <a:cubicBezTo>
                  <a:pt x="10802476" y="1806884"/>
                  <a:pt x="10796475" y="1803987"/>
                  <a:pt x="10791921" y="1803159"/>
                </a:cubicBezTo>
                <a:cubicBezTo>
                  <a:pt x="10787368" y="1802331"/>
                  <a:pt x="10778469" y="1801917"/>
                  <a:pt x="10765223" y="1801917"/>
                </a:cubicBezTo>
                <a:lnTo>
                  <a:pt x="10319422" y="1801917"/>
                </a:lnTo>
                <a:lnTo>
                  <a:pt x="10319422" y="1561011"/>
                </a:lnTo>
                <a:cubicBezTo>
                  <a:pt x="10319422" y="1503889"/>
                  <a:pt x="10329563" y="1463945"/>
                  <a:pt x="10349846" y="1441179"/>
                </a:cubicBezTo>
                <a:cubicBezTo>
                  <a:pt x="10370128" y="1418413"/>
                  <a:pt x="10407175" y="1407030"/>
                  <a:pt x="10460986" y="1407030"/>
                </a:cubicBezTo>
                <a:lnTo>
                  <a:pt x="10808685" y="1407030"/>
                </a:lnTo>
                <a:cubicBezTo>
                  <a:pt x="10821103" y="1407030"/>
                  <a:pt x="10829796" y="1406409"/>
                  <a:pt x="10834763" y="1405167"/>
                </a:cubicBezTo>
                <a:cubicBezTo>
                  <a:pt x="10839730" y="1403925"/>
                  <a:pt x="10845939" y="1401235"/>
                  <a:pt x="10853390" y="1397095"/>
                </a:cubicBezTo>
                <a:cubicBezTo>
                  <a:pt x="10898094" y="1366465"/>
                  <a:pt x="10944868" y="1323830"/>
                  <a:pt x="10993711" y="1269191"/>
                </a:cubicBezTo>
                <a:cubicBezTo>
                  <a:pt x="11001990" y="1260085"/>
                  <a:pt x="11006129" y="1251806"/>
                  <a:pt x="11006129" y="1244356"/>
                </a:cubicBezTo>
                <a:cubicBezTo>
                  <a:pt x="11006129" y="1237733"/>
                  <a:pt x="11001990" y="1229040"/>
                  <a:pt x="10993711" y="1218278"/>
                </a:cubicBezTo>
                <a:cubicBezTo>
                  <a:pt x="10944868" y="1163640"/>
                  <a:pt x="10898094" y="1121005"/>
                  <a:pt x="10853390" y="1090374"/>
                </a:cubicBezTo>
                <a:cubicBezTo>
                  <a:pt x="10845939" y="1085407"/>
                  <a:pt x="10839937" y="1082510"/>
                  <a:pt x="10835384" y="1081682"/>
                </a:cubicBezTo>
                <a:cubicBezTo>
                  <a:pt x="10830831" y="1080854"/>
                  <a:pt x="10821931" y="1080440"/>
                  <a:pt x="10808685" y="1080440"/>
                </a:cubicBezTo>
                <a:close/>
                <a:moveTo>
                  <a:pt x="6938922" y="1080440"/>
                </a:moveTo>
                <a:cubicBezTo>
                  <a:pt x="6852825" y="1080440"/>
                  <a:pt x="6788045" y="1090788"/>
                  <a:pt x="6744583" y="1111485"/>
                </a:cubicBezTo>
                <a:cubicBezTo>
                  <a:pt x="6701120" y="1132181"/>
                  <a:pt x="6671524" y="1165709"/>
                  <a:pt x="6655795" y="1212069"/>
                </a:cubicBezTo>
                <a:cubicBezTo>
                  <a:pt x="6640066" y="1258429"/>
                  <a:pt x="6632201" y="1325486"/>
                  <a:pt x="6632201" y="1413239"/>
                </a:cubicBezTo>
                <a:lnTo>
                  <a:pt x="6632201" y="2795345"/>
                </a:lnTo>
                <a:cubicBezTo>
                  <a:pt x="6632201" y="2820180"/>
                  <a:pt x="6637375" y="2837358"/>
                  <a:pt x="6647723" y="2846878"/>
                </a:cubicBezTo>
                <a:cubicBezTo>
                  <a:pt x="6658072" y="2856399"/>
                  <a:pt x="6675664" y="2861159"/>
                  <a:pt x="6700499" y="2861159"/>
                </a:cubicBezTo>
                <a:lnTo>
                  <a:pt x="6964999" y="2861159"/>
                </a:lnTo>
                <a:cubicBezTo>
                  <a:pt x="6989835" y="2861159"/>
                  <a:pt x="7007427" y="2856399"/>
                  <a:pt x="7017775" y="2846878"/>
                </a:cubicBezTo>
                <a:cubicBezTo>
                  <a:pt x="7028123" y="2837358"/>
                  <a:pt x="7033297" y="2820180"/>
                  <a:pt x="7033297" y="2795345"/>
                </a:cubicBezTo>
                <a:lnTo>
                  <a:pt x="7033297" y="1542384"/>
                </a:lnTo>
                <a:cubicBezTo>
                  <a:pt x="7033297" y="1485262"/>
                  <a:pt x="7043439" y="1445318"/>
                  <a:pt x="7063721" y="1422552"/>
                </a:cubicBezTo>
                <a:cubicBezTo>
                  <a:pt x="7084004" y="1399786"/>
                  <a:pt x="7121050" y="1388403"/>
                  <a:pt x="7174861" y="1388403"/>
                </a:cubicBezTo>
                <a:lnTo>
                  <a:pt x="7249368" y="1388403"/>
                </a:lnTo>
                <a:cubicBezTo>
                  <a:pt x="7327187" y="1388403"/>
                  <a:pt x="7387413" y="1409099"/>
                  <a:pt x="7430048" y="1450492"/>
                </a:cubicBezTo>
                <a:cubicBezTo>
                  <a:pt x="7472682" y="1491885"/>
                  <a:pt x="7494000" y="1554388"/>
                  <a:pt x="7494000" y="1638002"/>
                </a:cubicBezTo>
                <a:cubicBezTo>
                  <a:pt x="7494000" y="1725754"/>
                  <a:pt x="7474338" y="1791569"/>
                  <a:pt x="7435015" y="1835445"/>
                </a:cubicBezTo>
                <a:cubicBezTo>
                  <a:pt x="7395692" y="1879322"/>
                  <a:pt x="7343744" y="1901260"/>
                  <a:pt x="7279171" y="1901260"/>
                </a:cubicBezTo>
                <a:cubicBezTo>
                  <a:pt x="7260958" y="1901260"/>
                  <a:pt x="7247298" y="1902502"/>
                  <a:pt x="7238192" y="1904985"/>
                </a:cubicBezTo>
                <a:cubicBezTo>
                  <a:pt x="7229086" y="1907469"/>
                  <a:pt x="7217909" y="1913678"/>
                  <a:pt x="7204664" y="1923612"/>
                </a:cubicBezTo>
                <a:cubicBezTo>
                  <a:pt x="7190590" y="1933546"/>
                  <a:pt x="7174033" y="1948241"/>
                  <a:pt x="7154992" y="1967695"/>
                </a:cubicBezTo>
                <a:cubicBezTo>
                  <a:pt x="7135952" y="1987150"/>
                  <a:pt x="7121464" y="2004328"/>
                  <a:pt x="7111530" y="2019229"/>
                </a:cubicBezTo>
                <a:cubicBezTo>
                  <a:pt x="7095801" y="2042409"/>
                  <a:pt x="7087936" y="2060622"/>
                  <a:pt x="7087936" y="2073868"/>
                </a:cubicBezTo>
                <a:cubicBezTo>
                  <a:pt x="7087936" y="2083802"/>
                  <a:pt x="7093524" y="2094978"/>
                  <a:pt x="7104700" y="2107396"/>
                </a:cubicBezTo>
                <a:cubicBezTo>
                  <a:pt x="7115876" y="2119814"/>
                  <a:pt x="7134710" y="2136371"/>
                  <a:pt x="7161201" y="2157068"/>
                </a:cubicBezTo>
                <a:cubicBezTo>
                  <a:pt x="7361543" y="2316844"/>
                  <a:pt x="7513040" y="2525877"/>
                  <a:pt x="7615695" y="2784169"/>
                </a:cubicBezTo>
                <a:cubicBezTo>
                  <a:pt x="7628112" y="2814799"/>
                  <a:pt x="7641979" y="2835288"/>
                  <a:pt x="7657294" y="2845637"/>
                </a:cubicBezTo>
                <a:cubicBezTo>
                  <a:pt x="7672610" y="2855985"/>
                  <a:pt x="7692271" y="2861159"/>
                  <a:pt x="7716279" y="2861159"/>
                </a:cubicBezTo>
                <a:lnTo>
                  <a:pt x="8003131" y="2861159"/>
                </a:lnTo>
                <a:cubicBezTo>
                  <a:pt x="8019688" y="2861159"/>
                  <a:pt x="8031485" y="2857848"/>
                  <a:pt x="8038522" y="2851225"/>
                </a:cubicBezTo>
                <a:cubicBezTo>
                  <a:pt x="8045559" y="2844602"/>
                  <a:pt x="8049077" y="2834668"/>
                  <a:pt x="8049077" y="2821422"/>
                </a:cubicBezTo>
                <a:cubicBezTo>
                  <a:pt x="8049077" y="2811488"/>
                  <a:pt x="8047836" y="2799898"/>
                  <a:pt x="8045352" y="2786652"/>
                </a:cubicBezTo>
                <a:cubicBezTo>
                  <a:pt x="8029623" y="2712973"/>
                  <a:pt x="7999199" y="2628531"/>
                  <a:pt x="7954081" y="2533328"/>
                </a:cubicBezTo>
                <a:cubicBezTo>
                  <a:pt x="7908963" y="2438125"/>
                  <a:pt x="7854324" y="2347888"/>
                  <a:pt x="7790165" y="2262619"/>
                </a:cubicBezTo>
                <a:cubicBezTo>
                  <a:pt x="7726006" y="2177350"/>
                  <a:pt x="7659157" y="2111535"/>
                  <a:pt x="7589617" y="2065175"/>
                </a:cubicBezTo>
                <a:lnTo>
                  <a:pt x="7589617" y="2058967"/>
                </a:lnTo>
                <a:cubicBezTo>
                  <a:pt x="7681509" y="2025852"/>
                  <a:pt x="7758914" y="1971628"/>
                  <a:pt x="7821831" y="1896293"/>
                </a:cubicBezTo>
                <a:cubicBezTo>
                  <a:pt x="7884748" y="1820958"/>
                  <a:pt x="7916206" y="1714992"/>
                  <a:pt x="7916206" y="1578396"/>
                </a:cubicBezTo>
                <a:cubicBezTo>
                  <a:pt x="7916206" y="1410341"/>
                  <a:pt x="7862396" y="1285335"/>
                  <a:pt x="7754774" y="1203377"/>
                </a:cubicBezTo>
                <a:cubicBezTo>
                  <a:pt x="7647153" y="1121419"/>
                  <a:pt x="7484893" y="1080440"/>
                  <a:pt x="7267995" y="1080440"/>
                </a:cubicBezTo>
                <a:close/>
                <a:moveTo>
                  <a:pt x="1983299" y="1053121"/>
                </a:moveTo>
                <a:cubicBezTo>
                  <a:pt x="1851670" y="1053121"/>
                  <a:pt x="1736184" y="1073196"/>
                  <a:pt x="1636841" y="1113348"/>
                </a:cubicBezTo>
                <a:cubicBezTo>
                  <a:pt x="1537498" y="1153498"/>
                  <a:pt x="1460094" y="1213104"/>
                  <a:pt x="1404627" y="1292165"/>
                </a:cubicBezTo>
                <a:cubicBezTo>
                  <a:pt x="1349161" y="1371225"/>
                  <a:pt x="1321428" y="1467049"/>
                  <a:pt x="1321428" y="1579638"/>
                </a:cubicBezTo>
                <a:cubicBezTo>
                  <a:pt x="1321428" y="1673185"/>
                  <a:pt x="1336536" y="1752246"/>
                  <a:pt x="1366753" y="1816819"/>
                </a:cubicBezTo>
                <a:cubicBezTo>
                  <a:pt x="1396970" y="1881391"/>
                  <a:pt x="1444157" y="1936651"/>
                  <a:pt x="1508316" y="1982597"/>
                </a:cubicBezTo>
                <a:cubicBezTo>
                  <a:pt x="1572475" y="2028543"/>
                  <a:pt x="1658365" y="2069315"/>
                  <a:pt x="1765987" y="2104913"/>
                </a:cubicBezTo>
                <a:cubicBezTo>
                  <a:pt x="1858707" y="2136371"/>
                  <a:pt x="1930937" y="2166174"/>
                  <a:pt x="1982678" y="2194321"/>
                </a:cubicBezTo>
                <a:cubicBezTo>
                  <a:pt x="2034419" y="2222468"/>
                  <a:pt x="2070431" y="2250615"/>
                  <a:pt x="2090713" y="2278762"/>
                </a:cubicBezTo>
                <a:cubicBezTo>
                  <a:pt x="2110996" y="2306909"/>
                  <a:pt x="2121137" y="2337954"/>
                  <a:pt x="2121137" y="2371896"/>
                </a:cubicBezTo>
                <a:cubicBezTo>
                  <a:pt x="2121137" y="2433158"/>
                  <a:pt x="2100233" y="2480552"/>
                  <a:pt x="2058427" y="2514081"/>
                </a:cubicBezTo>
                <a:cubicBezTo>
                  <a:pt x="2016620" y="2547609"/>
                  <a:pt x="1955566" y="2564373"/>
                  <a:pt x="1875264" y="2564373"/>
                </a:cubicBezTo>
                <a:cubicBezTo>
                  <a:pt x="1801585" y="2564373"/>
                  <a:pt x="1744255" y="2553610"/>
                  <a:pt x="1703276" y="2532086"/>
                </a:cubicBezTo>
                <a:cubicBezTo>
                  <a:pt x="1662298" y="2510562"/>
                  <a:pt x="1628563" y="2485727"/>
                  <a:pt x="1602071" y="2457579"/>
                </a:cubicBezTo>
                <a:cubicBezTo>
                  <a:pt x="1586342" y="2441022"/>
                  <a:pt x="1573096" y="2429639"/>
                  <a:pt x="1562334" y="2423430"/>
                </a:cubicBezTo>
                <a:cubicBezTo>
                  <a:pt x="1551572" y="2417221"/>
                  <a:pt x="1537912" y="2414117"/>
                  <a:pt x="1521355" y="2414117"/>
                </a:cubicBezTo>
                <a:cubicBezTo>
                  <a:pt x="1503970" y="2414117"/>
                  <a:pt x="1475823" y="2416600"/>
                  <a:pt x="1436914" y="2421567"/>
                </a:cubicBezTo>
                <a:cubicBezTo>
                  <a:pt x="1398005" y="2426535"/>
                  <a:pt x="1367374" y="2431502"/>
                  <a:pt x="1345022" y="2436469"/>
                </a:cubicBezTo>
                <a:cubicBezTo>
                  <a:pt x="1331776" y="2439780"/>
                  <a:pt x="1322255" y="2444747"/>
                  <a:pt x="1316460" y="2451370"/>
                </a:cubicBezTo>
                <a:cubicBezTo>
                  <a:pt x="1313149" y="2455510"/>
                  <a:pt x="1310873" y="2460063"/>
                  <a:pt x="1309631" y="2465030"/>
                </a:cubicBezTo>
                <a:cubicBezTo>
                  <a:pt x="1308389" y="2469997"/>
                  <a:pt x="1307768" y="2475792"/>
                  <a:pt x="1307768" y="2482415"/>
                </a:cubicBezTo>
                <a:cubicBezTo>
                  <a:pt x="1306940" y="2491521"/>
                  <a:pt x="1306526" y="2504353"/>
                  <a:pt x="1306526" y="2520910"/>
                </a:cubicBezTo>
                <a:cubicBezTo>
                  <a:pt x="1306526" y="2557336"/>
                  <a:pt x="1310666" y="2597487"/>
                  <a:pt x="1318944" y="2641363"/>
                </a:cubicBezTo>
                <a:cubicBezTo>
                  <a:pt x="1321428" y="2652953"/>
                  <a:pt x="1325153" y="2663302"/>
                  <a:pt x="1330120" y="2672408"/>
                </a:cubicBezTo>
                <a:cubicBezTo>
                  <a:pt x="1335087" y="2681514"/>
                  <a:pt x="1342124" y="2692690"/>
                  <a:pt x="1351231" y="2705936"/>
                </a:cubicBezTo>
                <a:cubicBezTo>
                  <a:pt x="1392623" y="2758919"/>
                  <a:pt x="1454713" y="2803002"/>
                  <a:pt x="1537498" y="2838186"/>
                </a:cubicBezTo>
                <a:cubicBezTo>
                  <a:pt x="1620284" y="2873370"/>
                  <a:pt x="1732873" y="2890962"/>
                  <a:pt x="1875264" y="2890962"/>
                </a:cubicBezTo>
                <a:cubicBezTo>
                  <a:pt x="2005238" y="2890962"/>
                  <a:pt x="2120517" y="2870058"/>
                  <a:pt x="2221101" y="2828252"/>
                </a:cubicBezTo>
                <a:cubicBezTo>
                  <a:pt x="2321685" y="2786445"/>
                  <a:pt x="2400538" y="2723321"/>
                  <a:pt x="2457661" y="2638880"/>
                </a:cubicBezTo>
                <a:cubicBezTo>
                  <a:pt x="2514783" y="2554439"/>
                  <a:pt x="2543344" y="2450542"/>
                  <a:pt x="2543344" y="2327192"/>
                </a:cubicBezTo>
                <a:cubicBezTo>
                  <a:pt x="2543344" y="2229505"/>
                  <a:pt x="2525545" y="2149410"/>
                  <a:pt x="2489947" y="2086907"/>
                </a:cubicBezTo>
                <a:cubicBezTo>
                  <a:pt x="2454349" y="2024403"/>
                  <a:pt x="2404057" y="1973490"/>
                  <a:pt x="2339070" y="1934167"/>
                </a:cubicBezTo>
                <a:cubicBezTo>
                  <a:pt x="2274084" y="1894844"/>
                  <a:pt x="2187365" y="1856142"/>
                  <a:pt x="2078917" y="1818060"/>
                </a:cubicBezTo>
                <a:cubicBezTo>
                  <a:pt x="1992819" y="1787430"/>
                  <a:pt x="1926798" y="1761352"/>
                  <a:pt x="1880852" y="1739828"/>
                </a:cubicBezTo>
                <a:cubicBezTo>
                  <a:pt x="1834906" y="1718304"/>
                  <a:pt x="1800550" y="1694296"/>
                  <a:pt x="1777783" y="1667804"/>
                </a:cubicBezTo>
                <a:cubicBezTo>
                  <a:pt x="1755017" y="1641313"/>
                  <a:pt x="1743635" y="1609026"/>
                  <a:pt x="1743635" y="1570945"/>
                </a:cubicBezTo>
                <a:cubicBezTo>
                  <a:pt x="1743635" y="1517134"/>
                  <a:pt x="1763296" y="1471809"/>
                  <a:pt x="1802619" y="1434970"/>
                </a:cubicBezTo>
                <a:cubicBezTo>
                  <a:pt x="1841943" y="1398130"/>
                  <a:pt x="1902169" y="1379710"/>
                  <a:pt x="1983299" y="1379710"/>
                </a:cubicBezTo>
                <a:cubicBezTo>
                  <a:pt x="2037937" y="1379710"/>
                  <a:pt x="2079330" y="1387989"/>
                  <a:pt x="2107478" y="1404546"/>
                </a:cubicBezTo>
                <a:cubicBezTo>
                  <a:pt x="2135625" y="1421103"/>
                  <a:pt x="2160875" y="1441800"/>
                  <a:pt x="2183226" y="1466635"/>
                </a:cubicBezTo>
                <a:cubicBezTo>
                  <a:pt x="2193161" y="1477397"/>
                  <a:pt x="2201232" y="1484641"/>
                  <a:pt x="2207441" y="1488367"/>
                </a:cubicBezTo>
                <a:cubicBezTo>
                  <a:pt x="2213650" y="1492092"/>
                  <a:pt x="2224619" y="1495610"/>
                  <a:pt x="2240349" y="1498922"/>
                </a:cubicBezTo>
                <a:cubicBezTo>
                  <a:pt x="2284225" y="1508856"/>
                  <a:pt x="2346314" y="1512995"/>
                  <a:pt x="2426616" y="1511340"/>
                </a:cubicBezTo>
                <a:cubicBezTo>
                  <a:pt x="2439034" y="1511340"/>
                  <a:pt x="2448140" y="1509270"/>
                  <a:pt x="2453935" y="1505130"/>
                </a:cubicBezTo>
                <a:cubicBezTo>
                  <a:pt x="2460558" y="1500163"/>
                  <a:pt x="2465112" y="1491057"/>
                  <a:pt x="2467595" y="1477811"/>
                </a:cubicBezTo>
                <a:cubicBezTo>
                  <a:pt x="2473390" y="1431451"/>
                  <a:pt x="2476288" y="1387989"/>
                  <a:pt x="2476288" y="1347424"/>
                </a:cubicBezTo>
                <a:cubicBezTo>
                  <a:pt x="2476288" y="1332523"/>
                  <a:pt x="2475460" y="1311826"/>
                  <a:pt x="2473804" y="1285335"/>
                </a:cubicBezTo>
                <a:cubicBezTo>
                  <a:pt x="2472148" y="1275400"/>
                  <a:pt x="2470493" y="1267743"/>
                  <a:pt x="2468836" y="1262362"/>
                </a:cubicBezTo>
                <a:cubicBezTo>
                  <a:pt x="2467181" y="1256981"/>
                  <a:pt x="2463042" y="1249323"/>
                  <a:pt x="2456419" y="1239389"/>
                </a:cubicBezTo>
                <a:cubicBezTo>
                  <a:pt x="2441518" y="1215381"/>
                  <a:pt x="2415026" y="1189303"/>
                  <a:pt x="2376945" y="1161156"/>
                </a:cubicBezTo>
                <a:cubicBezTo>
                  <a:pt x="2338863" y="1133009"/>
                  <a:pt x="2286501" y="1107966"/>
                  <a:pt x="2219859" y="1086028"/>
                </a:cubicBezTo>
                <a:cubicBezTo>
                  <a:pt x="2153217" y="1064090"/>
                  <a:pt x="2074363" y="1053121"/>
                  <a:pt x="1983299" y="1053121"/>
                </a:cubicBezTo>
                <a:close/>
                <a:moveTo>
                  <a:pt x="3643035" y="1050637"/>
                </a:moveTo>
                <a:cubicBezTo>
                  <a:pt x="3457595" y="1050637"/>
                  <a:pt x="3299268" y="1085407"/>
                  <a:pt x="3168053" y="1154947"/>
                </a:cubicBezTo>
                <a:cubicBezTo>
                  <a:pt x="3036837" y="1224487"/>
                  <a:pt x="2936666" y="1329625"/>
                  <a:pt x="2867541" y="1470361"/>
                </a:cubicBezTo>
                <a:cubicBezTo>
                  <a:pt x="2798415" y="1611096"/>
                  <a:pt x="2763851" y="1785774"/>
                  <a:pt x="2763851" y="1994394"/>
                </a:cubicBezTo>
                <a:cubicBezTo>
                  <a:pt x="2763851" y="2190595"/>
                  <a:pt x="2798415" y="2355753"/>
                  <a:pt x="2867541" y="2489866"/>
                </a:cubicBezTo>
                <a:cubicBezTo>
                  <a:pt x="2936666" y="2623979"/>
                  <a:pt x="3034974" y="2724563"/>
                  <a:pt x="3162464" y="2791619"/>
                </a:cubicBezTo>
                <a:cubicBezTo>
                  <a:pt x="3289954" y="2858675"/>
                  <a:pt x="3440624" y="2892204"/>
                  <a:pt x="3614474" y="2892204"/>
                </a:cubicBezTo>
                <a:cubicBezTo>
                  <a:pt x="3795774" y="2892204"/>
                  <a:pt x="3951205" y="2858055"/>
                  <a:pt x="4080764" y="2789757"/>
                </a:cubicBezTo>
                <a:cubicBezTo>
                  <a:pt x="4210323" y="2721459"/>
                  <a:pt x="4309873" y="2617770"/>
                  <a:pt x="4379414" y="2478690"/>
                </a:cubicBezTo>
                <a:cubicBezTo>
                  <a:pt x="4448952" y="2339610"/>
                  <a:pt x="4483722" y="2166174"/>
                  <a:pt x="4483722" y="1958382"/>
                </a:cubicBezTo>
                <a:cubicBezTo>
                  <a:pt x="4483722" y="1762180"/>
                  <a:pt x="4449988" y="1596195"/>
                  <a:pt x="4382517" y="1460426"/>
                </a:cubicBezTo>
                <a:cubicBezTo>
                  <a:pt x="4315047" y="1324658"/>
                  <a:pt x="4218394" y="1222417"/>
                  <a:pt x="4092561" y="1153706"/>
                </a:cubicBezTo>
                <a:cubicBezTo>
                  <a:pt x="3966727" y="1084993"/>
                  <a:pt x="3816885" y="1050637"/>
                  <a:pt x="3643035" y="1050637"/>
                </a:cubicBezTo>
                <a:close/>
                <a:moveTo>
                  <a:pt x="9043314" y="1049395"/>
                </a:moveTo>
                <a:cubicBezTo>
                  <a:pt x="8871120" y="1049395"/>
                  <a:pt x="8721899" y="1085614"/>
                  <a:pt x="8595650" y="1158052"/>
                </a:cubicBezTo>
                <a:cubicBezTo>
                  <a:pt x="8469402" y="1230489"/>
                  <a:pt x="8372337" y="1336041"/>
                  <a:pt x="8304452" y="1474707"/>
                </a:cubicBezTo>
                <a:cubicBezTo>
                  <a:pt x="8236568" y="1613373"/>
                  <a:pt x="8202626" y="1779979"/>
                  <a:pt x="8202626" y="1974525"/>
                </a:cubicBezTo>
                <a:cubicBezTo>
                  <a:pt x="8202626" y="2306495"/>
                  <a:pt x="8275891" y="2542434"/>
                  <a:pt x="8422422" y="2682342"/>
                </a:cubicBezTo>
                <a:cubicBezTo>
                  <a:pt x="8568952" y="2822250"/>
                  <a:pt x="8768880" y="2892204"/>
                  <a:pt x="9022204" y="2892204"/>
                </a:cubicBezTo>
                <a:cubicBezTo>
                  <a:pt x="9150522" y="2892204"/>
                  <a:pt x="9257729" y="2877716"/>
                  <a:pt x="9343826" y="2848741"/>
                </a:cubicBezTo>
                <a:cubicBezTo>
                  <a:pt x="9429923" y="2819766"/>
                  <a:pt x="9494082" y="2788101"/>
                  <a:pt x="9536303" y="2753745"/>
                </a:cubicBezTo>
                <a:cubicBezTo>
                  <a:pt x="9578523" y="2719389"/>
                  <a:pt x="9608326" y="2687723"/>
                  <a:pt x="9625711" y="2658748"/>
                </a:cubicBezTo>
                <a:cubicBezTo>
                  <a:pt x="9632334" y="2647986"/>
                  <a:pt x="9636473" y="2639915"/>
                  <a:pt x="9638129" y="2634533"/>
                </a:cubicBezTo>
                <a:cubicBezTo>
                  <a:pt x="9639785" y="2629153"/>
                  <a:pt x="9641440" y="2621495"/>
                  <a:pt x="9643096" y="2611560"/>
                </a:cubicBezTo>
                <a:cubicBezTo>
                  <a:pt x="9644752" y="2583413"/>
                  <a:pt x="9645580" y="2558992"/>
                  <a:pt x="9645580" y="2538295"/>
                </a:cubicBezTo>
                <a:cubicBezTo>
                  <a:pt x="9645580" y="2504353"/>
                  <a:pt x="9643924" y="2465858"/>
                  <a:pt x="9640613" y="2422809"/>
                </a:cubicBezTo>
                <a:cubicBezTo>
                  <a:pt x="9638957" y="2403769"/>
                  <a:pt x="9634818" y="2391351"/>
                  <a:pt x="9628195" y="2385556"/>
                </a:cubicBezTo>
                <a:cubicBezTo>
                  <a:pt x="9621572" y="2379761"/>
                  <a:pt x="9609568" y="2376449"/>
                  <a:pt x="9592183" y="2375621"/>
                </a:cubicBezTo>
                <a:cubicBezTo>
                  <a:pt x="9573970" y="2373966"/>
                  <a:pt x="9550376" y="2373138"/>
                  <a:pt x="9521401" y="2373138"/>
                </a:cubicBezTo>
                <a:cubicBezTo>
                  <a:pt x="9448550" y="2373138"/>
                  <a:pt x="9400948" y="2376449"/>
                  <a:pt x="9378596" y="2383072"/>
                </a:cubicBezTo>
                <a:cubicBezTo>
                  <a:pt x="9363694" y="2386384"/>
                  <a:pt x="9351898" y="2391765"/>
                  <a:pt x="9343205" y="2399215"/>
                </a:cubicBezTo>
                <a:cubicBezTo>
                  <a:pt x="9334512" y="2406666"/>
                  <a:pt x="9323130" y="2419498"/>
                  <a:pt x="9309056" y="2437711"/>
                </a:cubicBezTo>
                <a:cubicBezTo>
                  <a:pt x="9290016" y="2462546"/>
                  <a:pt x="9271388" y="2483036"/>
                  <a:pt x="9253176" y="2499179"/>
                </a:cubicBezTo>
                <a:cubicBezTo>
                  <a:pt x="9234963" y="2515322"/>
                  <a:pt x="9208264" y="2528982"/>
                  <a:pt x="9173080" y="2540158"/>
                </a:cubicBezTo>
                <a:cubicBezTo>
                  <a:pt x="9137896" y="2551334"/>
                  <a:pt x="9092572" y="2556922"/>
                  <a:pt x="9037105" y="2556922"/>
                </a:cubicBezTo>
                <a:cubicBezTo>
                  <a:pt x="8958459" y="2556922"/>
                  <a:pt x="8888091" y="2534984"/>
                  <a:pt x="8826002" y="2491107"/>
                </a:cubicBezTo>
                <a:cubicBezTo>
                  <a:pt x="8763912" y="2447231"/>
                  <a:pt x="8714862" y="2380589"/>
                  <a:pt x="8678850" y="2291180"/>
                </a:cubicBezTo>
                <a:cubicBezTo>
                  <a:pt x="8642838" y="2201772"/>
                  <a:pt x="8624832" y="2091667"/>
                  <a:pt x="8624832" y="1960866"/>
                </a:cubicBezTo>
                <a:cubicBezTo>
                  <a:pt x="8624832" y="1767147"/>
                  <a:pt x="8661466" y="1622686"/>
                  <a:pt x="8734730" y="1527483"/>
                </a:cubicBezTo>
                <a:cubicBezTo>
                  <a:pt x="8807996" y="1432279"/>
                  <a:pt x="8906304" y="1384677"/>
                  <a:pt x="9029654" y="1384677"/>
                </a:cubicBezTo>
                <a:cubicBezTo>
                  <a:pt x="9102506" y="1384677"/>
                  <a:pt x="9157972" y="1396060"/>
                  <a:pt x="9196054" y="1418827"/>
                </a:cubicBezTo>
                <a:cubicBezTo>
                  <a:pt x="9234135" y="1441593"/>
                  <a:pt x="9264352" y="1469119"/>
                  <a:pt x="9286704" y="1501405"/>
                </a:cubicBezTo>
                <a:cubicBezTo>
                  <a:pt x="9296638" y="1515479"/>
                  <a:pt x="9306158" y="1525413"/>
                  <a:pt x="9315265" y="1531208"/>
                </a:cubicBezTo>
                <a:cubicBezTo>
                  <a:pt x="9324372" y="1537003"/>
                  <a:pt x="9338445" y="1541556"/>
                  <a:pt x="9357486" y="1544868"/>
                </a:cubicBezTo>
                <a:cubicBezTo>
                  <a:pt x="9374871" y="1547351"/>
                  <a:pt x="9399913" y="1549628"/>
                  <a:pt x="9432614" y="1551698"/>
                </a:cubicBezTo>
                <a:cubicBezTo>
                  <a:pt x="9465314" y="1553767"/>
                  <a:pt x="9494910" y="1554802"/>
                  <a:pt x="9521401" y="1554802"/>
                </a:cubicBezTo>
                <a:cubicBezTo>
                  <a:pt x="9547893" y="1554802"/>
                  <a:pt x="9566105" y="1550663"/>
                  <a:pt x="9576040" y="1542384"/>
                </a:cubicBezTo>
                <a:cubicBezTo>
                  <a:pt x="9580179" y="1539073"/>
                  <a:pt x="9583490" y="1534933"/>
                  <a:pt x="9585974" y="1529966"/>
                </a:cubicBezTo>
                <a:cubicBezTo>
                  <a:pt x="9588458" y="1524999"/>
                  <a:pt x="9590527" y="1517134"/>
                  <a:pt x="9592183" y="1506372"/>
                </a:cubicBezTo>
                <a:cubicBezTo>
                  <a:pt x="9598806" y="1464980"/>
                  <a:pt x="9602117" y="1420275"/>
                  <a:pt x="9602117" y="1372260"/>
                </a:cubicBezTo>
                <a:cubicBezTo>
                  <a:pt x="9602117" y="1354874"/>
                  <a:pt x="9601289" y="1337076"/>
                  <a:pt x="9599634" y="1318863"/>
                </a:cubicBezTo>
                <a:cubicBezTo>
                  <a:pt x="9598806" y="1304789"/>
                  <a:pt x="9597150" y="1294234"/>
                  <a:pt x="9594666" y="1287197"/>
                </a:cubicBezTo>
                <a:cubicBezTo>
                  <a:pt x="9592183" y="1280161"/>
                  <a:pt x="9588044" y="1271675"/>
                  <a:pt x="9582249" y="1261741"/>
                </a:cubicBezTo>
                <a:cubicBezTo>
                  <a:pt x="9547479" y="1207102"/>
                  <a:pt x="9488701" y="1158052"/>
                  <a:pt x="9405915" y="1114589"/>
                </a:cubicBezTo>
                <a:cubicBezTo>
                  <a:pt x="9323130" y="1071127"/>
                  <a:pt x="9202262" y="1049395"/>
                  <a:pt x="9043314" y="1049395"/>
                </a:cubicBezTo>
                <a:close/>
                <a:moveTo>
                  <a:pt x="4980144" y="1036978"/>
                </a:moveTo>
                <a:cubicBezTo>
                  <a:pt x="4974349" y="1036978"/>
                  <a:pt x="4969175" y="1038012"/>
                  <a:pt x="4964621" y="1040082"/>
                </a:cubicBezTo>
                <a:cubicBezTo>
                  <a:pt x="4960068" y="1042152"/>
                  <a:pt x="4954481" y="1046084"/>
                  <a:pt x="4947857" y="1051879"/>
                </a:cubicBezTo>
                <a:cubicBezTo>
                  <a:pt x="4880801" y="1112313"/>
                  <a:pt x="4828646" y="1169849"/>
                  <a:pt x="4791392" y="1224487"/>
                </a:cubicBezTo>
                <a:cubicBezTo>
                  <a:pt x="4785597" y="1233594"/>
                  <a:pt x="4782079" y="1241044"/>
                  <a:pt x="4780837" y="1246839"/>
                </a:cubicBezTo>
                <a:cubicBezTo>
                  <a:pt x="4779595" y="1252634"/>
                  <a:pt x="4778974" y="1263396"/>
                  <a:pt x="4778974" y="1279126"/>
                </a:cubicBezTo>
                <a:lnTo>
                  <a:pt x="4778974" y="2188112"/>
                </a:lnTo>
                <a:cubicBezTo>
                  <a:pt x="4778974" y="2367757"/>
                  <a:pt x="4807122" y="2508906"/>
                  <a:pt x="4863416" y="2611560"/>
                </a:cubicBezTo>
                <a:cubicBezTo>
                  <a:pt x="4919710" y="2714215"/>
                  <a:pt x="5001047" y="2786445"/>
                  <a:pt x="5107427" y="2828252"/>
                </a:cubicBezTo>
                <a:cubicBezTo>
                  <a:pt x="5213806" y="2870058"/>
                  <a:pt x="5349368" y="2890962"/>
                  <a:pt x="5514111" y="2890962"/>
                </a:cubicBezTo>
                <a:cubicBezTo>
                  <a:pt x="5668092" y="2890962"/>
                  <a:pt x="5798894" y="2869852"/>
                  <a:pt x="5906515" y="2827631"/>
                </a:cubicBezTo>
                <a:cubicBezTo>
                  <a:pt x="6014136" y="2785411"/>
                  <a:pt x="6098371" y="2712559"/>
                  <a:pt x="6159218" y="2609077"/>
                </a:cubicBezTo>
                <a:cubicBezTo>
                  <a:pt x="6220066" y="2505595"/>
                  <a:pt x="6250489" y="2365273"/>
                  <a:pt x="6250489" y="2188112"/>
                </a:cubicBezTo>
                <a:lnTo>
                  <a:pt x="6250489" y="1279126"/>
                </a:lnTo>
                <a:cubicBezTo>
                  <a:pt x="6250489" y="1264224"/>
                  <a:pt x="6249869" y="1253462"/>
                  <a:pt x="6248627" y="1246839"/>
                </a:cubicBezTo>
                <a:cubicBezTo>
                  <a:pt x="6247385" y="1240217"/>
                  <a:pt x="6243867" y="1232766"/>
                  <a:pt x="6238072" y="1224487"/>
                </a:cubicBezTo>
                <a:cubicBezTo>
                  <a:pt x="6199162" y="1167365"/>
                  <a:pt x="6147007" y="1109829"/>
                  <a:pt x="6081607" y="1051879"/>
                </a:cubicBezTo>
                <a:cubicBezTo>
                  <a:pt x="6070845" y="1041945"/>
                  <a:pt x="6060496" y="1036978"/>
                  <a:pt x="6050562" y="1036978"/>
                </a:cubicBezTo>
                <a:cubicBezTo>
                  <a:pt x="6044767" y="1036978"/>
                  <a:pt x="6039593" y="1038012"/>
                  <a:pt x="6035040" y="1040082"/>
                </a:cubicBezTo>
                <a:cubicBezTo>
                  <a:pt x="6030487" y="1042152"/>
                  <a:pt x="6024899" y="1046084"/>
                  <a:pt x="6018276" y="1051879"/>
                </a:cubicBezTo>
                <a:cubicBezTo>
                  <a:pt x="5951219" y="1112313"/>
                  <a:pt x="5899064" y="1169849"/>
                  <a:pt x="5861811" y="1224487"/>
                </a:cubicBezTo>
                <a:cubicBezTo>
                  <a:pt x="5856016" y="1233594"/>
                  <a:pt x="5852497" y="1241044"/>
                  <a:pt x="5851256" y="1246839"/>
                </a:cubicBezTo>
                <a:cubicBezTo>
                  <a:pt x="5850014" y="1252634"/>
                  <a:pt x="5849394" y="1263396"/>
                  <a:pt x="5849394" y="1279126"/>
                </a:cubicBezTo>
                <a:lnTo>
                  <a:pt x="5849394" y="2126023"/>
                </a:lnTo>
                <a:cubicBezTo>
                  <a:pt x="5849394" y="2241923"/>
                  <a:pt x="5837182" y="2330917"/>
                  <a:pt x="5812760" y="2393007"/>
                </a:cubicBezTo>
                <a:cubicBezTo>
                  <a:pt x="5788339" y="2455096"/>
                  <a:pt x="5752327" y="2497730"/>
                  <a:pt x="5704725" y="2520910"/>
                </a:cubicBezTo>
                <a:cubicBezTo>
                  <a:pt x="5657123" y="2544090"/>
                  <a:pt x="5593586" y="2555680"/>
                  <a:pt x="5514111" y="2555680"/>
                </a:cubicBezTo>
                <a:cubicBezTo>
                  <a:pt x="5436292" y="2555680"/>
                  <a:pt x="5373583" y="2544090"/>
                  <a:pt x="5325981" y="2520910"/>
                </a:cubicBezTo>
                <a:cubicBezTo>
                  <a:pt x="5278379" y="2497730"/>
                  <a:pt x="5242160" y="2454889"/>
                  <a:pt x="5217325" y="2392386"/>
                </a:cubicBezTo>
                <a:cubicBezTo>
                  <a:pt x="5192489" y="2329882"/>
                  <a:pt x="5180071" y="2241095"/>
                  <a:pt x="5180071" y="2126023"/>
                </a:cubicBezTo>
                <a:lnTo>
                  <a:pt x="5180071" y="1279126"/>
                </a:lnTo>
                <a:cubicBezTo>
                  <a:pt x="5180071" y="1264224"/>
                  <a:pt x="5179451" y="1253462"/>
                  <a:pt x="5178208" y="1246839"/>
                </a:cubicBezTo>
                <a:cubicBezTo>
                  <a:pt x="5176967" y="1240217"/>
                  <a:pt x="5173448" y="1232766"/>
                  <a:pt x="5167653" y="1224487"/>
                </a:cubicBezTo>
                <a:cubicBezTo>
                  <a:pt x="5128744" y="1167365"/>
                  <a:pt x="5076589" y="1109829"/>
                  <a:pt x="5011188" y="1051879"/>
                </a:cubicBezTo>
                <a:cubicBezTo>
                  <a:pt x="5000426" y="1041945"/>
                  <a:pt x="4990078" y="1036978"/>
                  <a:pt x="4980144" y="1036978"/>
                </a:cubicBezTo>
                <a:close/>
                <a:moveTo>
                  <a:pt x="0" y="0"/>
                </a:moveTo>
                <a:lnTo>
                  <a:pt x="12314583" y="0"/>
                </a:lnTo>
                <a:lnTo>
                  <a:pt x="12314583" y="7111272"/>
                </a:lnTo>
                <a:lnTo>
                  <a:pt x="0" y="71112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712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2FAF43-60FF-F980-86BE-400EAE12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859" y="-36510"/>
            <a:ext cx="12405158" cy="7016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EC85E-0B94-C723-06E9-7E2EBDC6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70FDC09-642E-3ECD-161F-AE85FBF0D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859" y="-36510"/>
            <a:ext cx="11480099" cy="6979533"/>
          </a:xfrm>
        </p:spPr>
      </p:pic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706BCAC-6D5A-384D-BF28-E16D0B45304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23"/>
          <a:stretch/>
        </p:blipFill>
        <p:spPr>
          <a:xfrm>
            <a:off x="10938076" y="0"/>
            <a:ext cx="1253924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8AB3662-7E2A-9783-BD5E-E31CE0ED0E65}"/>
              </a:ext>
            </a:extLst>
          </p:cNvPr>
          <p:cNvSpPr/>
          <p:nvPr/>
        </p:nvSpPr>
        <p:spPr>
          <a:xfrm>
            <a:off x="-87401400" y="-155052713"/>
            <a:ext cx="364675838" cy="206374713"/>
          </a:xfrm>
          <a:custGeom>
            <a:avLst/>
            <a:gdLst/>
            <a:ahLst/>
            <a:cxnLst/>
            <a:rect l="l" t="t" r="r" b="b"/>
            <a:pathLst>
              <a:path w="12314583" h="7111272">
                <a:moveTo>
                  <a:pt x="7041511" y="4455029"/>
                </a:moveTo>
                <a:lnTo>
                  <a:pt x="7096149" y="4455029"/>
                </a:lnTo>
                <a:cubicBezTo>
                  <a:pt x="7220328" y="4455029"/>
                  <a:pt x="7323189" y="4471379"/>
                  <a:pt x="7404733" y="4504080"/>
                </a:cubicBezTo>
                <a:cubicBezTo>
                  <a:pt x="7486277" y="4536780"/>
                  <a:pt x="7548573" y="4593074"/>
                  <a:pt x="7591622" y="4672962"/>
                </a:cubicBezTo>
                <a:cubicBezTo>
                  <a:pt x="7634670" y="4752851"/>
                  <a:pt x="7656194" y="4862335"/>
                  <a:pt x="7656194" y="5001415"/>
                </a:cubicBezTo>
                <a:cubicBezTo>
                  <a:pt x="7656194" y="5209207"/>
                  <a:pt x="7609420" y="5358221"/>
                  <a:pt x="7515873" y="5448457"/>
                </a:cubicBezTo>
                <a:cubicBezTo>
                  <a:pt x="7422325" y="5538693"/>
                  <a:pt x="7283245" y="5583812"/>
                  <a:pt x="7098633" y="5583812"/>
                </a:cubicBezTo>
                <a:lnTo>
                  <a:pt x="7041511" y="5583812"/>
                </a:lnTo>
                <a:cubicBezTo>
                  <a:pt x="6987700" y="5583812"/>
                  <a:pt x="6950654" y="5572222"/>
                  <a:pt x="6930371" y="5549042"/>
                </a:cubicBezTo>
                <a:cubicBezTo>
                  <a:pt x="6910089" y="5525862"/>
                  <a:pt x="6899947" y="5485711"/>
                  <a:pt x="6899947" y="5428588"/>
                </a:cubicBezTo>
                <a:lnTo>
                  <a:pt x="6899947" y="4609011"/>
                </a:lnTo>
                <a:cubicBezTo>
                  <a:pt x="6899947" y="4551888"/>
                  <a:pt x="6910089" y="4511944"/>
                  <a:pt x="6930371" y="4489178"/>
                </a:cubicBezTo>
                <a:cubicBezTo>
                  <a:pt x="6950654" y="4466412"/>
                  <a:pt x="6987700" y="4455029"/>
                  <a:pt x="7041511" y="4455029"/>
                </a:cubicBezTo>
                <a:close/>
                <a:moveTo>
                  <a:pt x="5336833" y="4433919"/>
                </a:moveTo>
                <a:cubicBezTo>
                  <a:pt x="5485848" y="4433919"/>
                  <a:pt x="5594711" y="4482969"/>
                  <a:pt x="5663423" y="4581070"/>
                </a:cubicBezTo>
                <a:cubicBezTo>
                  <a:pt x="5732135" y="4679171"/>
                  <a:pt x="5766491" y="4828393"/>
                  <a:pt x="5766491" y="5028734"/>
                </a:cubicBezTo>
                <a:cubicBezTo>
                  <a:pt x="5766491" y="5205895"/>
                  <a:pt x="5729444" y="5346217"/>
                  <a:pt x="5655351" y="5449699"/>
                </a:cubicBezTo>
                <a:cubicBezTo>
                  <a:pt x="5581258" y="5553181"/>
                  <a:pt x="5471774" y="5604922"/>
                  <a:pt x="5326899" y="5604922"/>
                </a:cubicBezTo>
                <a:cubicBezTo>
                  <a:pt x="5183680" y="5604922"/>
                  <a:pt x="5075231" y="5552767"/>
                  <a:pt x="5001552" y="5448457"/>
                </a:cubicBezTo>
                <a:cubicBezTo>
                  <a:pt x="4927872" y="5344147"/>
                  <a:pt x="4891032" y="5201756"/>
                  <a:pt x="4891032" y="5021283"/>
                </a:cubicBezTo>
                <a:cubicBezTo>
                  <a:pt x="4891032" y="4826737"/>
                  <a:pt x="4928286" y="4680206"/>
                  <a:pt x="5002793" y="4581691"/>
                </a:cubicBezTo>
                <a:cubicBezTo>
                  <a:pt x="5077301" y="4483176"/>
                  <a:pt x="5188647" y="4433919"/>
                  <a:pt x="5336833" y="4433919"/>
                </a:cubicBezTo>
                <a:close/>
                <a:moveTo>
                  <a:pt x="8691522" y="4128440"/>
                </a:moveTo>
                <a:cubicBezTo>
                  <a:pt x="8605424" y="4128440"/>
                  <a:pt x="8540645" y="4138788"/>
                  <a:pt x="8497182" y="4159484"/>
                </a:cubicBezTo>
                <a:cubicBezTo>
                  <a:pt x="8453720" y="4180181"/>
                  <a:pt x="8424124" y="4213709"/>
                  <a:pt x="8408394" y="4260069"/>
                </a:cubicBezTo>
                <a:cubicBezTo>
                  <a:pt x="8392666" y="4306429"/>
                  <a:pt x="8384801" y="4373485"/>
                  <a:pt x="8384801" y="4461238"/>
                </a:cubicBezTo>
                <a:lnTo>
                  <a:pt x="8384801" y="5576361"/>
                </a:lnTo>
                <a:cubicBezTo>
                  <a:pt x="8384801" y="5662458"/>
                  <a:pt x="8392872" y="5728686"/>
                  <a:pt x="8409016" y="5775046"/>
                </a:cubicBezTo>
                <a:cubicBezTo>
                  <a:pt x="8425159" y="5821406"/>
                  <a:pt x="8454962" y="5855348"/>
                  <a:pt x="8498424" y="5876873"/>
                </a:cubicBezTo>
                <a:cubicBezTo>
                  <a:pt x="8541886" y="5898397"/>
                  <a:pt x="8606252" y="5909159"/>
                  <a:pt x="8691522" y="5909159"/>
                </a:cubicBezTo>
                <a:lnTo>
                  <a:pt x="9316140" y="5909159"/>
                </a:lnTo>
                <a:cubicBezTo>
                  <a:pt x="9328557" y="5909159"/>
                  <a:pt x="9337250" y="5908538"/>
                  <a:pt x="9342217" y="5907296"/>
                </a:cubicBezTo>
                <a:cubicBezTo>
                  <a:pt x="9347184" y="5906055"/>
                  <a:pt x="9353393" y="5903364"/>
                  <a:pt x="9360844" y="5899225"/>
                </a:cubicBezTo>
                <a:cubicBezTo>
                  <a:pt x="9405548" y="5868594"/>
                  <a:pt x="9452322" y="5825960"/>
                  <a:pt x="9501165" y="5771321"/>
                </a:cubicBezTo>
                <a:cubicBezTo>
                  <a:pt x="9509444" y="5762215"/>
                  <a:pt x="9513583" y="5753936"/>
                  <a:pt x="9513583" y="5746485"/>
                </a:cubicBezTo>
                <a:cubicBezTo>
                  <a:pt x="9513583" y="5739862"/>
                  <a:pt x="9509444" y="5731170"/>
                  <a:pt x="9501165" y="5720408"/>
                </a:cubicBezTo>
                <a:cubicBezTo>
                  <a:pt x="9452322" y="5665769"/>
                  <a:pt x="9405548" y="5623135"/>
                  <a:pt x="9360844" y="5592504"/>
                </a:cubicBezTo>
                <a:cubicBezTo>
                  <a:pt x="9353393" y="5587537"/>
                  <a:pt x="9347391" y="5584639"/>
                  <a:pt x="9342838" y="5583812"/>
                </a:cubicBezTo>
                <a:cubicBezTo>
                  <a:pt x="9338284" y="5582984"/>
                  <a:pt x="9329385" y="5582570"/>
                  <a:pt x="9316140" y="5582570"/>
                </a:cubicBezTo>
                <a:lnTo>
                  <a:pt x="8927460" y="5582570"/>
                </a:lnTo>
                <a:cubicBezTo>
                  <a:pt x="8873650" y="5582570"/>
                  <a:pt x="8836604" y="5570980"/>
                  <a:pt x="8816321" y="5547800"/>
                </a:cubicBezTo>
                <a:cubicBezTo>
                  <a:pt x="8796038" y="5524620"/>
                  <a:pt x="8785897" y="5484469"/>
                  <a:pt x="8785897" y="5427347"/>
                </a:cubicBezTo>
                <a:lnTo>
                  <a:pt x="8785897" y="5176506"/>
                </a:lnTo>
                <a:lnTo>
                  <a:pt x="9231698" y="5176506"/>
                </a:lnTo>
                <a:cubicBezTo>
                  <a:pt x="9244116" y="5176506"/>
                  <a:pt x="9252808" y="5175885"/>
                  <a:pt x="9257776" y="5174644"/>
                </a:cubicBezTo>
                <a:cubicBezTo>
                  <a:pt x="9262742" y="5173402"/>
                  <a:pt x="9268952" y="5170711"/>
                  <a:pt x="9276402" y="5166572"/>
                </a:cubicBezTo>
                <a:cubicBezTo>
                  <a:pt x="9321106" y="5135941"/>
                  <a:pt x="9367880" y="5093307"/>
                  <a:pt x="9416724" y="5038668"/>
                </a:cubicBezTo>
                <a:cubicBezTo>
                  <a:pt x="9425002" y="5029562"/>
                  <a:pt x="9429142" y="5021283"/>
                  <a:pt x="9429142" y="5013833"/>
                </a:cubicBezTo>
                <a:cubicBezTo>
                  <a:pt x="9429142" y="5007210"/>
                  <a:pt x="9425002" y="4998517"/>
                  <a:pt x="9416724" y="4987755"/>
                </a:cubicBezTo>
                <a:cubicBezTo>
                  <a:pt x="9367880" y="4933116"/>
                  <a:pt x="9321106" y="4890482"/>
                  <a:pt x="9276402" y="4859851"/>
                </a:cubicBezTo>
                <a:cubicBezTo>
                  <a:pt x="9268952" y="4854884"/>
                  <a:pt x="9262950" y="4851986"/>
                  <a:pt x="9258396" y="4851159"/>
                </a:cubicBezTo>
                <a:cubicBezTo>
                  <a:pt x="9253843" y="4850331"/>
                  <a:pt x="9244944" y="4849917"/>
                  <a:pt x="9231698" y="4849917"/>
                </a:cubicBezTo>
                <a:lnTo>
                  <a:pt x="8785897" y="4849917"/>
                </a:lnTo>
                <a:lnTo>
                  <a:pt x="8785897" y="4609011"/>
                </a:lnTo>
                <a:cubicBezTo>
                  <a:pt x="8785897" y="4551888"/>
                  <a:pt x="8796038" y="4511944"/>
                  <a:pt x="8816321" y="4489178"/>
                </a:cubicBezTo>
                <a:cubicBezTo>
                  <a:pt x="8836604" y="4466412"/>
                  <a:pt x="8873650" y="4455029"/>
                  <a:pt x="8927460" y="4455029"/>
                </a:cubicBezTo>
                <a:lnTo>
                  <a:pt x="9275160" y="4455029"/>
                </a:lnTo>
                <a:cubicBezTo>
                  <a:pt x="9287578" y="4455029"/>
                  <a:pt x="9296270" y="4454408"/>
                  <a:pt x="9301238" y="4453166"/>
                </a:cubicBezTo>
                <a:cubicBezTo>
                  <a:pt x="9306205" y="4451925"/>
                  <a:pt x="9312414" y="4449234"/>
                  <a:pt x="9319864" y="4445095"/>
                </a:cubicBezTo>
                <a:cubicBezTo>
                  <a:pt x="9364569" y="4414464"/>
                  <a:pt x="9411343" y="4371830"/>
                  <a:pt x="9460186" y="4317191"/>
                </a:cubicBezTo>
                <a:cubicBezTo>
                  <a:pt x="9468465" y="4308085"/>
                  <a:pt x="9472604" y="4299806"/>
                  <a:pt x="9472604" y="4292355"/>
                </a:cubicBezTo>
                <a:cubicBezTo>
                  <a:pt x="9472604" y="4285733"/>
                  <a:pt x="9468465" y="4277040"/>
                  <a:pt x="9460186" y="4266278"/>
                </a:cubicBezTo>
                <a:cubicBezTo>
                  <a:pt x="9411343" y="4211639"/>
                  <a:pt x="9364569" y="4169005"/>
                  <a:pt x="9319864" y="4138374"/>
                </a:cubicBezTo>
                <a:cubicBezTo>
                  <a:pt x="9312414" y="4133407"/>
                  <a:pt x="9306412" y="4130509"/>
                  <a:pt x="9301859" y="4129682"/>
                </a:cubicBezTo>
                <a:cubicBezTo>
                  <a:pt x="9297306" y="4128854"/>
                  <a:pt x="9288406" y="4128440"/>
                  <a:pt x="9275160" y="4128440"/>
                </a:cubicBezTo>
                <a:close/>
                <a:moveTo>
                  <a:pt x="6805572" y="4128440"/>
                </a:moveTo>
                <a:cubicBezTo>
                  <a:pt x="6719475" y="4128440"/>
                  <a:pt x="6654695" y="4138788"/>
                  <a:pt x="6611233" y="4159484"/>
                </a:cubicBezTo>
                <a:cubicBezTo>
                  <a:pt x="6567770" y="4180181"/>
                  <a:pt x="6538174" y="4213709"/>
                  <a:pt x="6522445" y="4260069"/>
                </a:cubicBezTo>
                <a:cubicBezTo>
                  <a:pt x="6506716" y="4306429"/>
                  <a:pt x="6498851" y="4373485"/>
                  <a:pt x="6498851" y="4461238"/>
                </a:cubicBezTo>
                <a:lnTo>
                  <a:pt x="6498851" y="5576361"/>
                </a:lnTo>
                <a:cubicBezTo>
                  <a:pt x="6498851" y="5662458"/>
                  <a:pt x="6506923" y="5728686"/>
                  <a:pt x="6523066" y="5775046"/>
                </a:cubicBezTo>
                <a:cubicBezTo>
                  <a:pt x="6539209" y="5821406"/>
                  <a:pt x="6569012" y="5855348"/>
                  <a:pt x="6612474" y="5876873"/>
                </a:cubicBezTo>
                <a:cubicBezTo>
                  <a:pt x="6655937" y="5898397"/>
                  <a:pt x="6720303" y="5909159"/>
                  <a:pt x="6805572" y="5909159"/>
                </a:cubicBezTo>
                <a:lnTo>
                  <a:pt x="7186800" y="5909159"/>
                </a:lnTo>
                <a:cubicBezTo>
                  <a:pt x="7468271" y="5909159"/>
                  <a:pt x="7687239" y="5836101"/>
                  <a:pt x="7843704" y="5689984"/>
                </a:cubicBezTo>
                <a:cubicBezTo>
                  <a:pt x="8000169" y="5543867"/>
                  <a:pt x="8078401" y="5312689"/>
                  <a:pt x="8078401" y="4996447"/>
                </a:cubicBezTo>
                <a:cubicBezTo>
                  <a:pt x="8078401" y="4783689"/>
                  <a:pt x="8042182" y="4613150"/>
                  <a:pt x="7969745" y="4484832"/>
                </a:cubicBezTo>
                <a:cubicBezTo>
                  <a:pt x="7897308" y="4356514"/>
                  <a:pt x="7795481" y="4265036"/>
                  <a:pt x="7664266" y="4210398"/>
                </a:cubicBezTo>
                <a:cubicBezTo>
                  <a:pt x="7533051" y="4155759"/>
                  <a:pt x="7373895" y="4128440"/>
                  <a:pt x="7186800" y="4128440"/>
                </a:cubicBezTo>
                <a:close/>
                <a:moveTo>
                  <a:pt x="5348009" y="4098637"/>
                </a:moveTo>
                <a:cubicBezTo>
                  <a:pt x="5162570" y="4098637"/>
                  <a:pt x="5004242" y="4133407"/>
                  <a:pt x="4873027" y="4202947"/>
                </a:cubicBezTo>
                <a:cubicBezTo>
                  <a:pt x="4741811" y="4272487"/>
                  <a:pt x="4641641" y="4377625"/>
                  <a:pt x="4572515" y="4518360"/>
                </a:cubicBezTo>
                <a:cubicBezTo>
                  <a:pt x="4503389" y="4659096"/>
                  <a:pt x="4468826" y="4833774"/>
                  <a:pt x="4468826" y="5042393"/>
                </a:cubicBezTo>
                <a:cubicBezTo>
                  <a:pt x="4468826" y="5238595"/>
                  <a:pt x="4503389" y="5403753"/>
                  <a:pt x="4572515" y="5537866"/>
                </a:cubicBezTo>
                <a:cubicBezTo>
                  <a:pt x="4641641" y="5671978"/>
                  <a:pt x="4739949" y="5772563"/>
                  <a:pt x="4867439" y="5839619"/>
                </a:cubicBezTo>
                <a:cubicBezTo>
                  <a:pt x="4994929" y="5906676"/>
                  <a:pt x="5145599" y="5940204"/>
                  <a:pt x="5319448" y="5940204"/>
                </a:cubicBezTo>
                <a:cubicBezTo>
                  <a:pt x="5500749" y="5940204"/>
                  <a:pt x="5656179" y="5906055"/>
                  <a:pt x="5785738" y="5837757"/>
                </a:cubicBezTo>
                <a:cubicBezTo>
                  <a:pt x="5915298" y="5769458"/>
                  <a:pt x="6014848" y="5665769"/>
                  <a:pt x="6084388" y="5526689"/>
                </a:cubicBezTo>
                <a:cubicBezTo>
                  <a:pt x="6153928" y="5387610"/>
                  <a:pt x="6188698" y="5214174"/>
                  <a:pt x="6188698" y="5006382"/>
                </a:cubicBezTo>
                <a:cubicBezTo>
                  <a:pt x="6188698" y="4810180"/>
                  <a:pt x="6154963" y="4644194"/>
                  <a:pt x="6087493" y="4508426"/>
                </a:cubicBezTo>
                <a:cubicBezTo>
                  <a:pt x="6020022" y="4372657"/>
                  <a:pt x="5923370" y="4270417"/>
                  <a:pt x="5797535" y="4201705"/>
                </a:cubicBezTo>
                <a:cubicBezTo>
                  <a:pt x="5671701" y="4132993"/>
                  <a:pt x="5521860" y="4098637"/>
                  <a:pt x="5348009" y="4098637"/>
                </a:cubicBezTo>
                <a:close/>
                <a:moveTo>
                  <a:pt x="3680740" y="4097395"/>
                </a:moveTo>
                <a:cubicBezTo>
                  <a:pt x="3508545" y="4097395"/>
                  <a:pt x="3359324" y="4133614"/>
                  <a:pt x="3233076" y="4206051"/>
                </a:cubicBezTo>
                <a:cubicBezTo>
                  <a:pt x="3106828" y="4278489"/>
                  <a:pt x="3009762" y="4384040"/>
                  <a:pt x="2941878" y="4522706"/>
                </a:cubicBezTo>
                <a:cubicBezTo>
                  <a:pt x="2873994" y="4661373"/>
                  <a:pt x="2840052" y="4827979"/>
                  <a:pt x="2840052" y="5022525"/>
                </a:cubicBezTo>
                <a:cubicBezTo>
                  <a:pt x="2840052" y="5354495"/>
                  <a:pt x="2913317" y="5590434"/>
                  <a:pt x="3059847" y="5730342"/>
                </a:cubicBezTo>
                <a:cubicBezTo>
                  <a:pt x="3206378" y="5870250"/>
                  <a:pt x="3406305" y="5940204"/>
                  <a:pt x="3659629" y="5940204"/>
                </a:cubicBezTo>
                <a:cubicBezTo>
                  <a:pt x="3787947" y="5940204"/>
                  <a:pt x="3895154" y="5925716"/>
                  <a:pt x="3981252" y="5896741"/>
                </a:cubicBezTo>
                <a:cubicBezTo>
                  <a:pt x="4067349" y="5867766"/>
                  <a:pt x="4131508" y="5836101"/>
                  <a:pt x="4173728" y="5801745"/>
                </a:cubicBezTo>
                <a:cubicBezTo>
                  <a:pt x="4215948" y="5767389"/>
                  <a:pt x="4245752" y="5735723"/>
                  <a:pt x="4263136" y="5706748"/>
                </a:cubicBezTo>
                <a:cubicBezTo>
                  <a:pt x="4269759" y="5695986"/>
                  <a:pt x="4273898" y="5687914"/>
                  <a:pt x="4275554" y="5682533"/>
                </a:cubicBezTo>
                <a:cubicBezTo>
                  <a:pt x="4277210" y="5677152"/>
                  <a:pt x="4278865" y="5669495"/>
                  <a:pt x="4280521" y="5659560"/>
                </a:cubicBezTo>
                <a:cubicBezTo>
                  <a:pt x="4282177" y="5631413"/>
                  <a:pt x="4283005" y="5606992"/>
                  <a:pt x="4283005" y="5586295"/>
                </a:cubicBezTo>
                <a:cubicBezTo>
                  <a:pt x="4283005" y="5552353"/>
                  <a:pt x="4281349" y="5513858"/>
                  <a:pt x="4278038" y="5470809"/>
                </a:cubicBezTo>
                <a:cubicBezTo>
                  <a:pt x="4276383" y="5451768"/>
                  <a:pt x="4272242" y="5439351"/>
                  <a:pt x="4265620" y="5433556"/>
                </a:cubicBezTo>
                <a:cubicBezTo>
                  <a:pt x="4258997" y="5427761"/>
                  <a:pt x="4246993" y="5424449"/>
                  <a:pt x="4229608" y="5423621"/>
                </a:cubicBezTo>
                <a:cubicBezTo>
                  <a:pt x="4211395" y="5421966"/>
                  <a:pt x="4187802" y="5421138"/>
                  <a:pt x="4158827" y="5421138"/>
                </a:cubicBezTo>
                <a:cubicBezTo>
                  <a:pt x="4085976" y="5421138"/>
                  <a:pt x="4038373" y="5424449"/>
                  <a:pt x="4016022" y="5431072"/>
                </a:cubicBezTo>
                <a:cubicBezTo>
                  <a:pt x="4001120" y="5434383"/>
                  <a:pt x="3989323" y="5439765"/>
                  <a:pt x="3980630" y="5447215"/>
                </a:cubicBezTo>
                <a:cubicBezTo>
                  <a:pt x="3971938" y="5454666"/>
                  <a:pt x="3960555" y="5467498"/>
                  <a:pt x="3946482" y="5485711"/>
                </a:cubicBezTo>
                <a:cubicBezTo>
                  <a:pt x="3927441" y="5510546"/>
                  <a:pt x="3908814" y="5531036"/>
                  <a:pt x="3890601" y="5547179"/>
                </a:cubicBezTo>
                <a:cubicBezTo>
                  <a:pt x="3872388" y="5563322"/>
                  <a:pt x="3845690" y="5576982"/>
                  <a:pt x="3810506" y="5588158"/>
                </a:cubicBezTo>
                <a:cubicBezTo>
                  <a:pt x="3775322" y="5599334"/>
                  <a:pt x="3729997" y="5604922"/>
                  <a:pt x="3674531" y="5604922"/>
                </a:cubicBezTo>
                <a:cubicBezTo>
                  <a:pt x="3595884" y="5604922"/>
                  <a:pt x="3525517" y="5582984"/>
                  <a:pt x="3463427" y="5539107"/>
                </a:cubicBezTo>
                <a:cubicBezTo>
                  <a:pt x="3401338" y="5495231"/>
                  <a:pt x="3352288" y="5428588"/>
                  <a:pt x="3316276" y="5339180"/>
                </a:cubicBezTo>
                <a:cubicBezTo>
                  <a:pt x="3280264" y="5249771"/>
                  <a:pt x="3262258" y="5139667"/>
                  <a:pt x="3262258" y="5008865"/>
                </a:cubicBezTo>
                <a:cubicBezTo>
                  <a:pt x="3262258" y="4815147"/>
                  <a:pt x="3298891" y="4670686"/>
                  <a:pt x="3372156" y="4575482"/>
                </a:cubicBezTo>
                <a:cubicBezTo>
                  <a:pt x="3445421" y="4480279"/>
                  <a:pt x="3543729" y="4432677"/>
                  <a:pt x="3667080" y="4432677"/>
                </a:cubicBezTo>
                <a:cubicBezTo>
                  <a:pt x="3739931" y="4432677"/>
                  <a:pt x="3795398" y="4444060"/>
                  <a:pt x="3833479" y="4466826"/>
                </a:cubicBezTo>
                <a:cubicBezTo>
                  <a:pt x="3871560" y="4489592"/>
                  <a:pt x="3901777" y="4517118"/>
                  <a:pt x="3924129" y="4549405"/>
                </a:cubicBezTo>
                <a:cubicBezTo>
                  <a:pt x="3934063" y="4563478"/>
                  <a:pt x="3943584" y="4573413"/>
                  <a:pt x="3952691" y="4579208"/>
                </a:cubicBezTo>
                <a:cubicBezTo>
                  <a:pt x="3961797" y="4585003"/>
                  <a:pt x="3975870" y="4589556"/>
                  <a:pt x="3994911" y="4592867"/>
                </a:cubicBezTo>
                <a:cubicBezTo>
                  <a:pt x="4012296" y="4595351"/>
                  <a:pt x="4037339" y="4597628"/>
                  <a:pt x="4070039" y="4599697"/>
                </a:cubicBezTo>
                <a:cubicBezTo>
                  <a:pt x="4102740" y="4601767"/>
                  <a:pt x="4132335" y="4602802"/>
                  <a:pt x="4158827" y="4602802"/>
                </a:cubicBezTo>
                <a:cubicBezTo>
                  <a:pt x="4185318" y="4602802"/>
                  <a:pt x="4203531" y="4598662"/>
                  <a:pt x="4213466" y="4590384"/>
                </a:cubicBezTo>
                <a:cubicBezTo>
                  <a:pt x="4217604" y="4587072"/>
                  <a:pt x="4220915" y="4582933"/>
                  <a:pt x="4223399" y="4577966"/>
                </a:cubicBezTo>
                <a:cubicBezTo>
                  <a:pt x="4225883" y="4572999"/>
                  <a:pt x="4227952" y="4565134"/>
                  <a:pt x="4229608" y="4554372"/>
                </a:cubicBezTo>
                <a:cubicBezTo>
                  <a:pt x="4236231" y="4512979"/>
                  <a:pt x="4239542" y="4468275"/>
                  <a:pt x="4239542" y="4420259"/>
                </a:cubicBezTo>
                <a:cubicBezTo>
                  <a:pt x="4239542" y="4402874"/>
                  <a:pt x="4238714" y="4385075"/>
                  <a:pt x="4237059" y="4366862"/>
                </a:cubicBezTo>
                <a:cubicBezTo>
                  <a:pt x="4236231" y="4352789"/>
                  <a:pt x="4234576" y="4342234"/>
                  <a:pt x="4232091" y="4335197"/>
                </a:cubicBezTo>
                <a:cubicBezTo>
                  <a:pt x="4229608" y="4328160"/>
                  <a:pt x="4225469" y="4319675"/>
                  <a:pt x="4219674" y="4309740"/>
                </a:cubicBezTo>
                <a:cubicBezTo>
                  <a:pt x="4184904" y="4255102"/>
                  <a:pt x="4126127" y="4206051"/>
                  <a:pt x="4043341" y="4162589"/>
                </a:cubicBezTo>
                <a:cubicBezTo>
                  <a:pt x="3960555" y="4119126"/>
                  <a:pt x="3839688" y="4097395"/>
                  <a:pt x="3680740" y="4097395"/>
                </a:cubicBezTo>
                <a:close/>
                <a:moveTo>
                  <a:pt x="3631859" y="1385919"/>
                </a:moveTo>
                <a:cubicBezTo>
                  <a:pt x="3780873" y="1385919"/>
                  <a:pt x="3889736" y="1434970"/>
                  <a:pt x="3958448" y="1533071"/>
                </a:cubicBezTo>
                <a:cubicBezTo>
                  <a:pt x="4027160" y="1631172"/>
                  <a:pt x="4061517" y="1780393"/>
                  <a:pt x="4061517" y="1980734"/>
                </a:cubicBezTo>
                <a:cubicBezTo>
                  <a:pt x="4061517" y="2157895"/>
                  <a:pt x="4024470" y="2298217"/>
                  <a:pt x="3950377" y="2401699"/>
                </a:cubicBezTo>
                <a:cubicBezTo>
                  <a:pt x="3876284" y="2505181"/>
                  <a:pt x="3766800" y="2556922"/>
                  <a:pt x="3621925" y="2556922"/>
                </a:cubicBezTo>
                <a:cubicBezTo>
                  <a:pt x="3478706" y="2556922"/>
                  <a:pt x="3370256" y="2504767"/>
                  <a:pt x="3296577" y="2400457"/>
                </a:cubicBezTo>
                <a:cubicBezTo>
                  <a:pt x="3222898" y="2296147"/>
                  <a:pt x="3186058" y="2153756"/>
                  <a:pt x="3186058" y="1973283"/>
                </a:cubicBezTo>
                <a:cubicBezTo>
                  <a:pt x="3186058" y="1778737"/>
                  <a:pt x="3223312" y="1632206"/>
                  <a:pt x="3297819" y="1533692"/>
                </a:cubicBezTo>
                <a:cubicBezTo>
                  <a:pt x="3372326" y="1435177"/>
                  <a:pt x="3483673" y="1385919"/>
                  <a:pt x="3631859" y="1385919"/>
                </a:cubicBezTo>
                <a:close/>
                <a:moveTo>
                  <a:pt x="10225047" y="1080440"/>
                </a:moveTo>
                <a:cubicBezTo>
                  <a:pt x="10138950" y="1080440"/>
                  <a:pt x="10074170" y="1090788"/>
                  <a:pt x="10030707" y="1111485"/>
                </a:cubicBezTo>
                <a:cubicBezTo>
                  <a:pt x="9987245" y="1132181"/>
                  <a:pt x="9957649" y="1165709"/>
                  <a:pt x="9941920" y="1212069"/>
                </a:cubicBezTo>
                <a:cubicBezTo>
                  <a:pt x="9926190" y="1258429"/>
                  <a:pt x="9918326" y="1325486"/>
                  <a:pt x="9918326" y="1413239"/>
                </a:cubicBezTo>
                <a:lnTo>
                  <a:pt x="9918326" y="2528361"/>
                </a:lnTo>
                <a:cubicBezTo>
                  <a:pt x="9918326" y="2614458"/>
                  <a:pt x="9926397" y="2680686"/>
                  <a:pt x="9942541" y="2727046"/>
                </a:cubicBezTo>
                <a:cubicBezTo>
                  <a:pt x="9958684" y="2773406"/>
                  <a:pt x="9988487" y="2807348"/>
                  <a:pt x="10031949" y="2828873"/>
                </a:cubicBezTo>
                <a:cubicBezTo>
                  <a:pt x="10075412" y="2850397"/>
                  <a:pt x="10139777" y="2861159"/>
                  <a:pt x="10225047" y="2861159"/>
                </a:cubicBezTo>
                <a:lnTo>
                  <a:pt x="10849664" y="2861159"/>
                </a:lnTo>
                <a:cubicBezTo>
                  <a:pt x="10862082" y="2861159"/>
                  <a:pt x="10870775" y="2860538"/>
                  <a:pt x="10875742" y="2859297"/>
                </a:cubicBezTo>
                <a:cubicBezTo>
                  <a:pt x="10880709" y="2858055"/>
                  <a:pt x="10886918" y="2855364"/>
                  <a:pt x="10894369" y="2851225"/>
                </a:cubicBezTo>
                <a:cubicBezTo>
                  <a:pt x="10939073" y="2820594"/>
                  <a:pt x="10985847" y="2777960"/>
                  <a:pt x="11034690" y="2723321"/>
                </a:cubicBezTo>
                <a:cubicBezTo>
                  <a:pt x="11042969" y="2714215"/>
                  <a:pt x="11047108" y="2705936"/>
                  <a:pt x="11047108" y="2698485"/>
                </a:cubicBezTo>
                <a:cubicBezTo>
                  <a:pt x="11047108" y="2691863"/>
                  <a:pt x="11042969" y="2683170"/>
                  <a:pt x="11034690" y="2672408"/>
                </a:cubicBezTo>
                <a:cubicBezTo>
                  <a:pt x="10985847" y="2617770"/>
                  <a:pt x="10939073" y="2575135"/>
                  <a:pt x="10894369" y="2544504"/>
                </a:cubicBezTo>
                <a:cubicBezTo>
                  <a:pt x="10886918" y="2539537"/>
                  <a:pt x="10880916" y="2536639"/>
                  <a:pt x="10876363" y="2535812"/>
                </a:cubicBezTo>
                <a:cubicBezTo>
                  <a:pt x="10871809" y="2534984"/>
                  <a:pt x="10862910" y="2534570"/>
                  <a:pt x="10849664" y="2534570"/>
                </a:cubicBezTo>
                <a:lnTo>
                  <a:pt x="10460986" y="2534570"/>
                </a:lnTo>
                <a:cubicBezTo>
                  <a:pt x="10407175" y="2534570"/>
                  <a:pt x="10370128" y="2522980"/>
                  <a:pt x="10349846" y="2499800"/>
                </a:cubicBezTo>
                <a:cubicBezTo>
                  <a:pt x="10329563" y="2476620"/>
                  <a:pt x="10319422" y="2436469"/>
                  <a:pt x="10319422" y="2379347"/>
                </a:cubicBezTo>
                <a:lnTo>
                  <a:pt x="10319422" y="2128506"/>
                </a:lnTo>
                <a:lnTo>
                  <a:pt x="10765223" y="2128506"/>
                </a:lnTo>
                <a:cubicBezTo>
                  <a:pt x="10777641" y="2128506"/>
                  <a:pt x="10786333" y="2127886"/>
                  <a:pt x="10791300" y="2126644"/>
                </a:cubicBezTo>
                <a:cubicBezTo>
                  <a:pt x="10796268" y="2125402"/>
                  <a:pt x="10802476" y="2122711"/>
                  <a:pt x="10809927" y="2118572"/>
                </a:cubicBezTo>
                <a:cubicBezTo>
                  <a:pt x="10854631" y="2087941"/>
                  <a:pt x="10901405" y="2045307"/>
                  <a:pt x="10950249" y="1990668"/>
                </a:cubicBezTo>
                <a:cubicBezTo>
                  <a:pt x="10958527" y="1981562"/>
                  <a:pt x="10962667" y="1973283"/>
                  <a:pt x="10962667" y="1965833"/>
                </a:cubicBezTo>
                <a:cubicBezTo>
                  <a:pt x="10962667" y="1959210"/>
                  <a:pt x="10958527" y="1950517"/>
                  <a:pt x="10950249" y="1939755"/>
                </a:cubicBezTo>
                <a:cubicBezTo>
                  <a:pt x="10901405" y="1885117"/>
                  <a:pt x="10854631" y="1842482"/>
                  <a:pt x="10809927" y="1811851"/>
                </a:cubicBezTo>
                <a:cubicBezTo>
                  <a:pt x="10802476" y="1806884"/>
                  <a:pt x="10796475" y="1803987"/>
                  <a:pt x="10791921" y="1803159"/>
                </a:cubicBezTo>
                <a:cubicBezTo>
                  <a:pt x="10787368" y="1802331"/>
                  <a:pt x="10778469" y="1801917"/>
                  <a:pt x="10765223" y="1801917"/>
                </a:cubicBezTo>
                <a:lnTo>
                  <a:pt x="10319422" y="1801917"/>
                </a:lnTo>
                <a:lnTo>
                  <a:pt x="10319422" y="1561011"/>
                </a:lnTo>
                <a:cubicBezTo>
                  <a:pt x="10319422" y="1503889"/>
                  <a:pt x="10329563" y="1463945"/>
                  <a:pt x="10349846" y="1441179"/>
                </a:cubicBezTo>
                <a:cubicBezTo>
                  <a:pt x="10370128" y="1418413"/>
                  <a:pt x="10407175" y="1407030"/>
                  <a:pt x="10460986" y="1407030"/>
                </a:cubicBezTo>
                <a:lnTo>
                  <a:pt x="10808685" y="1407030"/>
                </a:lnTo>
                <a:cubicBezTo>
                  <a:pt x="10821103" y="1407030"/>
                  <a:pt x="10829796" y="1406409"/>
                  <a:pt x="10834763" y="1405167"/>
                </a:cubicBezTo>
                <a:cubicBezTo>
                  <a:pt x="10839730" y="1403925"/>
                  <a:pt x="10845939" y="1401235"/>
                  <a:pt x="10853390" y="1397095"/>
                </a:cubicBezTo>
                <a:cubicBezTo>
                  <a:pt x="10898094" y="1366465"/>
                  <a:pt x="10944868" y="1323830"/>
                  <a:pt x="10993711" y="1269191"/>
                </a:cubicBezTo>
                <a:cubicBezTo>
                  <a:pt x="11001990" y="1260085"/>
                  <a:pt x="11006129" y="1251806"/>
                  <a:pt x="11006129" y="1244356"/>
                </a:cubicBezTo>
                <a:cubicBezTo>
                  <a:pt x="11006129" y="1237733"/>
                  <a:pt x="11001990" y="1229040"/>
                  <a:pt x="10993711" y="1218278"/>
                </a:cubicBezTo>
                <a:cubicBezTo>
                  <a:pt x="10944868" y="1163640"/>
                  <a:pt x="10898094" y="1121005"/>
                  <a:pt x="10853390" y="1090374"/>
                </a:cubicBezTo>
                <a:cubicBezTo>
                  <a:pt x="10845939" y="1085407"/>
                  <a:pt x="10839937" y="1082510"/>
                  <a:pt x="10835384" y="1081682"/>
                </a:cubicBezTo>
                <a:cubicBezTo>
                  <a:pt x="10830831" y="1080854"/>
                  <a:pt x="10821931" y="1080440"/>
                  <a:pt x="10808685" y="1080440"/>
                </a:cubicBezTo>
                <a:close/>
                <a:moveTo>
                  <a:pt x="6938922" y="1080440"/>
                </a:moveTo>
                <a:cubicBezTo>
                  <a:pt x="6852825" y="1080440"/>
                  <a:pt x="6788045" y="1090788"/>
                  <a:pt x="6744583" y="1111485"/>
                </a:cubicBezTo>
                <a:cubicBezTo>
                  <a:pt x="6701120" y="1132181"/>
                  <a:pt x="6671524" y="1165709"/>
                  <a:pt x="6655795" y="1212069"/>
                </a:cubicBezTo>
                <a:cubicBezTo>
                  <a:pt x="6640066" y="1258429"/>
                  <a:pt x="6632201" y="1325486"/>
                  <a:pt x="6632201" y="1413239"/>
                </a:cubicBezTo>
                <a:lnTo>
                  <a:pt x="6632201" y="2795345"/>
                </a:lnTo>
                <a:cubicBezTo>
                  <a:pt x="6632201" y="2820180"/>
                  <a:pt x="6637375" y="2837358"/>
                  <a:pt x="6647723" y="2846878"/>
                </a:cubicBezTo>
                <a:cubicBezTo>
                  <a:pt x="6658072" y="2856399"/>
                  <a:pt x="6675664" y="2861159"/>
                  <a:pt x="6700499" y="2861159"/>
                </a:cubicBezTo>
                <a:lnTo>
                  <a:pt x="6964999" y="2861159"/>
                </a:lnTo>
                <a:cubicBezTo>
                  <a:pt x="6989835" y="2861159"/>
                  <a:pt x="7007427" y="2856399"/>
                  <a:pt x="7017775" y="2846878"/>
                </a:cubicBezTo>
                <a:cubicBezTo>
                  <a:pt x="7028123" y="2837358"/>
                  <a:pt x="7033297" y="2820180"/>
                  <a:pt x="7033297" y="2795345"/>
                </a:cubicBezTo>
                <a:lnTo>
                  <a:pt x="7033297" y="1542384"/>
                </a:lnTo>
                <a:cubicBezTo>
                  <a:pt x="7033297" y="1485262"/>
                  <a:pt x="7043439" y="1445318"/>
                  <a:pt x="7063721" y="1422552"/>
                </a:cubicBezTo>
                <a:cubicBezTo>
                  <a:pt x="7084004" y="1399786"/>
                  <a:pt x="7121050" y="1388403"/>
                  <a:pt x="7174861" y="1388403"/>
                </a:cubicBezTo>
                <a:lnTo>
                  <a:pt x="7249368" y="1388403"/>
                </a:lnTo>
                <a:cubicBezTo>
                  <a:pt x="7327187" y="1388403"/>
                  <a:pt x="7387413" y="1409099"/>
                  <a:pt x="7430048" y="1450492"/>
                </a:cubicBezTo>
                <a:cubicBezTo>
                  <a:pt x="7472682" y="1491885"/>
                  <a:pt x="7494000" y="1554388"/>
                  <a:pt x="7494000" y="1638002"/>
                </a:cubicBezTo>
                <a:cubicBezTo>
                  <a:pt x="7494000" y="1725754"/>
                  <a:pt x="7474338" y="1791569"/>
                  <a:pt x="7435015" y="1835445"/>
                </a:cubicBezTo>
                <a:cubicBezTo>
                  <a:pt x="7395692" y="1879322"/>
                  <a:pt x="7343744" y="1901260"/>
                  <a:pt x="7279171" y="1901260"/>
                </a:cubicBezTo>
                <a:cubicBezTo>
                  <a:pt x="7260958" y="1901260"/>
                  <a:pt x="7247298" y="1902502"/>
                  <a:pt x="7238192" y="1904985"/>
                </a:cubicBezTo>
                <a:cubicBezTo>
                  <a:pt x="7229086" y="1907469"/>
                  <a:pt x="7217909" y="1913678"/>
                  <a:pt x="7204664" y="1923612"/>
                </a:cubicBezTo>
                <a:cubicBezTo>
                  <a:pt x="7190590" y="1933546"/>
                  <a:pt x="7174033" y="1948241"/>
                  <a:pt x="7154992" y="1967695"/>
                </a:cubicBezTo>
                <a:cubicBezTo>
                  <a:pt x="7135952" y="1987150"/>
                  <a:pt x="7121464" y="2004328"/>
                  <a:pt x="7111530" y="2019229"/>
                </a:cubicBezTo>
                <a:cubicBezTo>
                  <a:pt x="7095801" y="2042409"/>
                  <a:pt x="7087936" y="2060622"/>
                  <a:pt x="7087936" y="2073868"/>
                </a:cubicBezTo>
                <a:cubicBezTo>
                  <a:pt x="7087936" y="2083802"/>
                  <a:pt x="7093524" y="2094978"/>
                  <a:pt x="7104700" y="2107396"/>
                </a:cubicBezTo>
                <a:cubicBezTo>
                  <a:pt x="7115876" y="2119814"/>
                  <a:pt x="7134710" y="2136371"/>
                  <a:pt x="7161201" y="2157068"/>
                </a:cubicBezTo>
                <a:cubicBezTo>
                  <a:pt x="7361543" y="2316844"/>
                  <a:pt x="7513040" y="2525877"/>
                  <a:pt x="7615695" y="2784169"/>
                </a:cubicBezTo>
                <a:cubicBezTo>
                  <a:pt x="7628112" y="2814799"/>
                  <a:pt x="7641979" y="2835288"/>
                  <a:pt x="7657294" y="2845637"/>
                </a:cubicBezTo>
                <a:cubicBezTo>
                  <a:pt x="7672610" y="2855985"/>
                  <a:pt x="7692271" y="2861159"/>
                  <a:pt x="7716279" y="2861159"/>
                </a:cubicBezTo>
                <a:lnTo>
                  <a:pt x="8003131" y="2861159"/>
                </a:lnTo>
                <a:cubicBezTo>
                  <a:pt x="8019688" y="2861159"/>
                  <a:pt x="8031485" y="2857848"/>
                  <a:pt x="8038522" y="2851225"/>
                </a:cubicBezTo>
                <a:cubicBezTo>
                  <a:pt x="8045559" y="2844602"/>
                  <a:pt x="8049077" y="2834668"/>
                  <a:pt x="8049077" y="2821422"/>
                </a:cubicBezTo>
                <a:cubicBezTo>
                  <a:pt x="8049077" y="2811488"/>
                  <a:pt x="8047836" y="2799898"/>
                  <a:pt x="8045352" y="2786652"/>
                </a:cubicBezTo>
                <a:cubicBezTo>
                  <a:pt x="8029623" y="2712973"/>
                  <a:pt x="7999199" y="2628531"/>
                  <a:pt x="7954081" y="2533328"/>
                </a:cubicBezTo>
                <a:cubicBezTo>
                  <a:pt x="7908963" y="2438125"/>
                  <a:pt x="7854324" y="2347888"/>
                  <a:pt x="7790165" y="2262619"/>
                </a:cubicBezTo>
                <a:cubicBezTo>
                  <a:pt x="7726006" y="2177350"/>
                  <a:pt x="7659157" y="2111535"/>
                  <a:pt x="7589617" y="2065175"/>
                </a:cubicBezTo>
                <a:lnTo>
                  <a:pt x="7589617" y="2058967"/>
                </a:lnTo>
                <a:cubicBezTo>
                  <a:pt x="7681509" y="2025852"/>
                  <a:pt x="7758914" y="1971628"/>
                  <a:pt x="7821831" y="1896293"/>
                </a:cubicBezTo>
                <a:cubicBezTo>
                  <a:pt x="7884748" y="1820958"/>
                  <a:pt x="7916206" y="1714992"/>
                  <a:pt x="7916206" y="1578396"/>
                </a:cubicBezTo>
                <a:cubicBezTo>
                  <a:pt x="7916206" y="1410341"/>
                  <a:pt x="7862396" y="1285335"/>
                  <a:pt x="7754774" y="1203377"/>
                </a:cubicBezTo>
                <a:cubicBezTo>
                  <a:pt x="7647153" y="1121419"/>
                  <a:pt x="7484893" y="1080440"/>
                  <a:pt x="7267995" y="1080440"/>
                </a:cubicBezTo>
                <a:close/>
                <a:moveTo>
                  <a:pt x="1983299" y="1053121"/>
                </a:moveTo>
                <a:cubicBezTo>
                  <a:pt x="1851670" y="1053121"/>
                  <a:pt x="1736184" y="1073196"/>
                  <a:pt x="1636841" y="1113348"/>
                </a:cubicBezTo>
                <a:cubicBezTo>
                  <a:pt x="1537498" y="1153498"/>
                  <a:pt x="1460094" y="1213104"/>
                  <a:pt x="1404627" y="1292165"/>
                </a:cubicBezTo>
                <a:cubicBezTo>
                  <a:pt x="1349161" y="1371225"/>
                  <a:pt x="1321428" y="1467049"/>
                  <a:pt x="1321428" y="1579638"/>
                </a:cubicBezTo>
                <a:cubicBezTo>
                  <a:pt x="1321428" y="1673185"/>
                  <a:pt x="1336536" y="1752246"/>
                  <a:pt x="1366753" y="1816819"/>
                </a:cubicBezTo>
                <a:cubicBezTo>
                  <a:pt x="1396970" y="1881391"/>
                  <a:pt x="1444157" y="1936651"/>
                  <a:pt x="1508316" y="1982597"/>
                </a:cubicBezTo>
                <a:cubicBezTo>
                  <a:pt x="1572475" y="2028543"/>
                  <a:pt x="1658365" y="2069315"/>
                  <a:pt x="1765987" y="2104913"/>
                </a:cubicBezTo>
                <a:cubicBezTo>
                  <a:pt x="1858707" y="2136371"/>
                  <a:pt x="1930937" y="2166174"/>
                  <a:pt x="1982678" y="2194321"/>
                </a:cubicBezTo>
                <a:cubicBezTo>
                  <a:pt x="2034419" y="2222468"/>
                  <a:pt x="2070431" y="2250615"/>
                  <a:pt x="2090713" y="2278762"/>
                </a:cubicBezTo>
                <a:cubicBezTo>
                  <a:pt x="2110996" y="2306909"/>
                  <a:pt x="2121137" y="2337954"/>
                  <a:pt x="2121137" y="2371896"/>
                </a:cubicBezTo>
                <a:cubicBezTo>
                  <a:pt x="2121137" y="2433158"/>
                  <a:pt x="2100233" y="2480552"/>
                  <a:pt x="2058427" y="2514081"/>
                </a:cubicBezTo>
                <a:cubicBezTo>
                  <a:pt x="2016620" y="2547609"/>
                  <a:pt x="1955566" y="2564373"/>
                  <a:pt x="1875264" y="2564373"/>
                </a:cubicBezTo>
                <a:cubicBezTo>
                  <a:pt x="1801585" y="2564373"/>
                  <a:pt x="1744255" y="2553610"/>
                  <a:pt x="1703276" y="2532086"/>
                </a:cubicBezTo>
                <a:cubicBezTo>
                  <a:pt x="1662298" y="2510562"/>
                  <a:pt x="1628563" y="2485727"/>
                  <a:pt x="1602071" y="2457579"/>
                </a:cubicBezTo>
                <a:cubicBezTo>
                  <a:pt x="1586342" y="2441022"/>
                  <a:pt x="1573096" y="2429639"/>
                  <a:pt x="1562334" y="2423430"/>
                </a:cubicBezTo>
                <a:cubicBezTo>
                  <a:pt x="1551572" y="2417221"/>
                  <a:pt x="1537912" y="2414117"/>
                  <a:pt x="1521355" y="2414117"/>
                </a:cubicBezTo>
                <a:cubicBezTo>
                  <a:pt x="1503970" y="2414117"/>
                  <a:pt x="1475823" y="2416600"/>
                  <a:pt x="1436914" y="2421567"/>
                </a:cubicBezTo>
                <a:cubicBezTo>
                  <a:pt x="1398005" y="2426535"/>
                  <a:pt x="1367374" y="2431502"/>
                  <a:pt x="1345022" y="2436469"/>
                </a:cubicBezTo>
                <a:cubicBezTo>
                  <a:pt x="1331776" y="2439780"/>
                  <a:pt x="1322255" y="2444747"/>
                  <a:pt x="1316460" y="2451370"/>
                </a:cubicBezTo>
                <a:cubicBezTo>
                  <a:pt x="1313149" y="2455510"/>
                  <a:pt x="1310873" y="2460063"/>
                  <a:pt x="1309631" y="2465030"/>
                </a:cubicBezTo>
                <a:cubicBezTo>
                  <a:pt x="1308389" y="2469997"/>
                  <a:pt x="1307768" y="2475792"/>
                  <a:pt x="1307768" y="2482415"/>
                </a:cubicBezTo>
                <a:cubicBezTo>
                  <a:pt x="1306940" y="2491521"/>
                  <a:pt x="1306526" y="2504353"/>
                  <a:pt x="1306526" y="2520910"/>
                </a:cubicBezTo>
                <a:cubicBezTo>
                  <a:pt x="1306526" y="2557336"/>
                  <a:pt x="1310666" y="2597487"/>
                  <a:pt x="1318944" y="2641363"/>
                </a:cubicBezTo>
                <a:cubicBezTo>
                  <a:pt x="1321428" y="2652953"/>
                  <a:pt x="1325153" y="2663302"/>
                  <a:pt x="1330120" y="2672408"/>
                </a:cubicBezTo>
                <a:cubicBezTo>
                  <a:pt x="1335087" y="2681514"/>
                  <a:pt x="1342124" y="2692690"/>
                  <a:pt x="1351231" y="2705936"/>
                </a:cubicBezTo>
                <a:cubicBezTo>
                  <a:pt x="1392623" y="2758919"/>
                  <a:pt x="1454713" y="2803002"/>
                  <a:pt x="1537498" y="2838186"/>
                </a:cubicBezTo>
                <a:cubicBezTo>
                  <a:pt x="1620284" y="2873370"/>
                  <a:pt x="1732873" y="2890962"/>
                  <a:pt x="1875264" y="2890962"/>
                </a:cubicBezTo>
                <a:cubicBezTo>
                  <a:pt x="2005238" y="2890962"/>
                  <a:pt x="2120517" y="2870058"/>
                  <a:pt x="2221101" y="2828252"/>
                </a:cubicBezTo>
                <a:cubicBezTo>
                  <a:pt x="2321685" y="2786445"/>
                  <a:pt x="2400538" y="2723321"/>
                  <a:pt x="2457661" y="2638880"/>
                </a:cubicBezTo>
                <a:cubicBezTo>
                  <a:pt x="2514783" y="2554439"/>
                  <a:pt x="2543344" y="2450542"/>
                  <a:pt x="2543344" y="2327192"/>
                </a:cubicBezTo>
                <a:cubicBezTo>
                  <a:pt x="2543344" y="2229505"/>
                  <a:pt x="2525545" y="2149410"/>
                  <a:pt x="2489947" y="2086907"/>
                </a:cubicBezTo>
                <a:cubicBezTo>
                  <a:pt x="2454349" y="2024403"/>
                  <a:pt x="2404057" y="1973490"/>
                  <a:pt x="2339070" y="1934167"/>
                </a:cubicBezTo>
                <a:cubicBezTo>
                  <a:pt x="2274084" y="1894844"/>
                  <a:pt x="2187365" y="1856142"/>
                  <a:pt x="2078917" y="1818060"/>
                </a:cubicBezTo>
                <a:cubicBezTo>
                  <a:pt x="1992819" y="1787430"/>
                  <a:pt x="1926798" y="1761352"/>
                  <a:pt x="1880852" y="1739828"/>
                </a:cubicBezTo>
                <a:cubicBezTo>
                  <a:pt x="1834906" y="1718304"/>
                  <a:pt x="1800550" y="1694296"/>
                  <a:pt x="1777783" y="1667804"/>
                </a:cubicBezTo>
                <a:cubicBezTo>
                  <a:pt x="1755017" y="1641313"/>
                  <a:pt x="1743635" y="1609026"/>
                  <a:pt x="1743635" y="1570945"/>
                </a:cubicBezTo>
                <a:cubicBezTo>
                  <a:pt x="1743635" y="1517134"/>
                  <a:pt x="1763296" y="1471809"/>
                  <a:pt x="1802619" y="1434970"/>
                </a:cubicBezTo>
                <a:cubicBezTo>
                  <a:pt x="1841943" y="1398130"/>
                  <a:pt x="1902169" y="1379710"/>
                  <a:pt x="1983299" y="1379710"/>
                </a:cubicBezTo>
                <a:cubicBezTo>
                  <a:pt x="2037937" y="1379710"/>
                  <a:pt x="2079330" y="1387989"/>
                  <a:pt x="2107478" y="1404546"/>
                </a:cubicBezTo>
                <a:cubicBezTo>
                  <a:pt x="2135625" y="1421103"/>
                  <a:pt x="2160875" y="1441800"/>
                  <a:pt x="2183226" y="1466635"/>
                </a:cubicBezTo>
                <a:cubicBezTo>
                  <a:pt x="2193161" y="1477397"/>
                  <a:pt x="2201232" y="1484641"/>
                  <a:pt x="2207441" y="1488367"/>
                </a:cubicBezTo>
                <a:cubicBezTo>
                  <a:pt x="2213650" y="1492092"/>
                  <a:pt x="2224619" y="1495610"/>
                  <a:pt x="2240349" y="1498922"/>
                </a:cubicBezTo>
                <a:cubicBezTo>
                  <a:pt x="2284225" y="1508856"/>
                  <a:pt x="2346314" y="1512995"/>
                  <a:pt x="2426616" y="1511340"/>
                </a:cubicBezTo>
                <a:cubicBezTo>
                  <a:pt x="2439034" y="1511340"/>
                  <a:pt x="2448140" y="1509270"/>
                  <a:pt x="2453935" y="1505130"/>
                </a:cubicBezTo>
                <a:cubicBezTo>
                  <a:pt x="2460558" y="1500163"/>
                  <a:pt x="2465112" y="1491057"/>
                  <a:pt x="2467595" y="1477811"/>
                </a:cubicBezTo>
                <a:cubicBezTo>
                  <a:pt x="2473390" y="1431451"/>
                  <a:pt x="2476288" y="1387989"/>
                  <a:pt x="2476288" y="1347424"/>
                </a:cubicBezTo>
                <a:cubicBezTo>
                  <a:pt x="2476288" y="1332523"/>
                  <a:pt x="2475460" y="1311826"/>
                  <a:pt x="2473804" y="1285335"/>
                </a:cubicBezTo>
                <a:cubicBezTo>
                  <a:pt x="2472148" y="1275400"/>
                  <a:pt x="2470493" y="1267743"/>
                  <a:pt x="2468836" y="1262362"/>
                </a:cubicBezTo>
                <a:cubicBezTo>
                  <a:pt x="2467181" y="1256981"/>
                  <a:pt x="2463042" y="1249323"/>
                  <a:pt x="2456419" y="1239389"/>
                </a:cubicBezTo>
                <a:cubicBezTo>
                  <a:pt x="2441518" y="1215381"/>
                  <a:pt x="2415026" y="1189303"/>
                  <a:pt x="2376945" y="1161156"/>
                </a:cubicBezTo>
                <a:cubicBezTo>
                  <a:pt x="2338863" y="1133009"/>
                  <a:pt x="2286501" y="1107966"/>
                  <a:pt x="2219859" y="1086028"/>
                </a:cubicBezTo>
                <a:cubicBezTo>
                  <a:pt x="2153217" y="1064090"/>
                  <a:pt x="2074363" y="1053121"/>
                  <a:pt x="1983299" y="1053121"/>
                </a:cubicBezTo>
                <a:close/>
                <a:moveTo>
                  <a:pt x="3643035" y="1050637"/>
                </a:moveTo>
                <a:cubicBezTo>
                  <a:pt x="3457595" y="1050637"/>
                  <a:pt x="3299268" y="1085407"/>
                  <a:pt x="3168053" y="1154947"/>
                </a:cubicBezTo>
                <a:cubicBezTo>
                  <a:pt x="3036837" y="1224487"/>
                  <a:pt x="2936666" y="1329625"/>
                  <a:pt x="2867541" y="1470361"/>
                </a:cubicBezTo>
                <a:cubicBezTo>
                  <a:pt x="2798415" y="1611096"/>
                  <a:pt x="2763851" y="1785774"/>
                  <a:pt x="2763851" y="1994394"/>
                </a:cubicBezTo>
                <a:cubicBezTo>
                  <a:pt x="2763851" y="2190595"/>
                  <a:pt x="2798415" y="2355753"/>
                  <a:pt x="2867541" y="2489866"/>
                </a:cubicBezTo>
                <a:cubicBezTo>
                  <a:pt x="2936666" y="2623979"/>
                  <a:pt x="3034974" y="2724563"/>
                  <a:pt x="3162464" y="2791619"/>
                </a:cubicBezTo>
                <a:cubicBezTo>
                  <a:pt x="3289954" y="2858675"/>
                  <a:pt x="3440624" y="2892204"/>
                  <a:pt x="3614474" y="2892204"/>
                </a:cubicBezTo>
                <a:cubicBezTo>
                  <a:pt x="3795774" y="2892204"/>
                  <a:pt x="3951205" y="2858055"/>
                  <a:pt x="4080764" y="2789757"/>
                </a:cubicBezTo>
                <a:cubicBezTo>
                  <a:pt x="4210323" y="2721459"/>
                  <a:pt x="4309873" y="2617770"/>
                  <a:pt x="4379414" y="2478690"/>
                </a:cubicBezTo>
                <a:cubicBezTo>
                  <a:pt x="4448952" y="2339610"/>
                  <a:pt x="4483722" y="2166174"/>
                  <a:pt x="4483722" y="1958382"/>
                </a:cubicBezTo>
                <a:cubicBezTo>
                  <a:pt x="4483722" y="1762180"/>
                  <a:pt x="4449988" y="1596195"/>
                  <a:pt x="4382517" y="1460426"/>
                </a:cubicBezTo>
                <a:cubicBezTo>
                  <a:pt x="4315047" y="1324658"/>
                  <a:pt x="4218394" y="1222417"/>
                  <a:pt x="4092561" y="1153706"/>
                </a:cubicBezTo>
                <a:cubicBezTo>
                  <a:pt x="3966727" y="1084993"/>
                  <a:pt x="3816885" y="1050637"/>
                  <a:pt x="3643035" y="1050637"/>
                </a:cubicBezTo>
                <a:close/>
                <a:moveTo>
                  <a:pt x="9043314" y="1049395"/>
                </a:moveTo>
                <a:cubicBezTo>
                  <a:pt x="8871120" y="1049395"/>
                  <a:pt x="8721899" y="1085614"/>
                  <a:pt x="8595650" y="1158052"/>
                </a:cubicBezTo>
                <a:cubicBezTo>
                  <a:pt x="8469402" y="1230489"/>
                  <a:pt x="8372337" y="1336041"/>
                  <a:pt x="8304452" y="1474707"/>
                </a:cubicBezTo>
                <a:cubicBezTo>
                  <a:pt x="8236568" y="1613373"/>
                  <a:pt x="8202626" y="1779979"/>
                  <a:pt x="8202626" y="1974525"/>
                </a:cubicBezTo>
                <a:cubicBezTo>
                  <a:pt x="8202626" y="2306495"/>
                  <a:pt x="8275891" y="2542434"/>
                  <a:pt x="8422422" y="2682342"/>
                </a:cubicBezTo>
                <a:cubicBezTo>
                  <a:pt x="8568952" y="2822250"/>
                  <a:pt x="8768880" y="2892204"/>
                  <a:pt x="9022204" y="2892204"/>
                </a:cubicBezTo>
                <a:cubicBezTo>
                  <a:pt x="9150522" y="2892204"/>
                  <a:pt x="9257729" y="2877716"/>
                  <a:pt x="9343826" y="2848741"/>
                </a:cubicBezTo>
                <a:cubicBezTo>
                  <a:pt x="9429923" y="2819766"/>
                  <a:pt x="9494082" y="2788101"/>
                  <a:pt x="9536303" y="2753745"/>
                </a:cubicBezTo>
                <a:cubicBezTo>
                  <a:pt x="9578523" y="2719389"/>
                  <a:pt x="9608326" y="2687723"/>
                  <a:pt x="9625711" y="2658748"/>
                </a:cubicBezTo>
                <a:cubicBezTo>
                  <a:pt x="9632334" y="2647986"/>
                  <a:pt x="9636473" y="2639915"/>
                  <a:pt x="9638129" y="2634533"/>
                </a:cubicBezTo>
                <a:cubicBezTo>
                  <a:pt x="9639785" y="2629153"/>
                  <a:pt x="9641440" y="2621495"/>
                  <a:pt x="9643096" y="2611560"/>
                </a:cubicBezTo>
                <a:cubicBezTo>
                  <a:pt x="9644752" y="2583413"/>
                  <a:pt x="9645580" y="2558992"/>
                  <a:pt x="9645580" y="2538295"/>
                </a:cubicBezTo>
                <a:cubicBezTo>
                  <a:pt x="9645580" y="2504353"/>
                  <a:pt x="9643924" y="2465858"/>
                  <a:pt x="9640613" y="2422809"/>
                </a:cubicBezTo>
                <a:cubicBezTo>
                  <a:pt x="9638957" y="2403769"/>
                  <a:pt x="9634818" y="2391351"/>
                  <a:pt x="9628195" y="2385556"/>
                </a:cubicBezTo>
                <a:cubicBezTo>
                  <a:pt x="9621572" y="2379761"/>
                  <a:pt x="9609568" y="2376449"/>
                  <a:pt x="9592183" y="2375621"/>
                </a:cubicBezTo>
                <a:cubicBezTo>
                  <a:pt x="9573970" y="2373966"/>
                  <a:pt x="9550376" y="2373138"/>
                  <a:pt x="9521401" y="2373138"/>
                </a:cubicBezTo>
                <a:cubicBezTo>
                  <a:pt x="9448550" y="2373138"/>
                  <a:pt x="9400948" y="2376449"/>
                  <a:pt x="9378596" y="2383072"/>
                </a:cubicBezTo>
                <a:cubicBezTo>
                  <a:pt x="9363694" y="2386384"/>
                  <a:pt x="9351898" y="2391765"/>
                  <a:pt x="9343205" y="2399215"/>
                </a:cubicBezTo>
                <a:cubicBezTo>
                  <a:pt x="9334512" y="2406666"/>
                  <a:pt x="9323130" y="2419498"/>
                  <a:pt x="9309056" y="2437711"/>
                </a:cubicBezTo>
                <a:cubicBezTo>
                  <a:pt x="9290016" y="2462546"/>
                  <a:pt x="9271388" y="2483036"/>
                  <a:pt x="9253176" y="2499179"/>
                </a:cubicBezTo>
                <a:cubicBezTo>
                  <a:pt x="9234963" y="2515322"/>
                  <a:pt x="9208264" y="2528982"/>
                  <a:pt x="9173080" y="2540158"/>
                </a:cubicBezTo>
                <a:cubicBezTo>
                  <a:pt x="9137896" y="2551334"/>
                  <a:pt x="9092572" y="2556922"/>
                  <a:pt x="9037105" y="2556922"/>
                </a:cubicBezTo>
                <a:cubicBezTo>
                  <a:pt x="8958459" y="2556922"/>
                  <a:pt x="8888091" y="2534984"/>
                  <a:pt x="8826002" y="2491107"/>
                </a:cubicBezTo>
                <a:cubicBezTo>
                  <a:pt x="8763912" y="2447231"/>
                  <a:pt x="8714862" y="2380589"/>
                  <a:pt x="8678850" y="2291180"/>
                </a:cubicBezTo>
                <a:cubicBezTo>
                  <a:pt x="8642838" y="2201772"/>
                  <a:pt x="8624832" y="2091667"/>
                  <a:pt x="8624832" y="1960866"/>
                </a:cubicBezTo>
                <a:cubicBezTo>
                  <a:pt x="8624832" y="1767147"/>
                  <a:pt x="8661466" y="1622686"/>
                  <a:pt x="8734730" y="1527483"/>
                </a:cubicBezTo>
                <a:cubicBezTo>
                  <a:pt x="8807996" y="1432279"/>
                  <a:pt x="8906304" y="1384677"/>
                  <a:pt x="9029654" y="1384677"/>
                </a:cubicBezTo>
                <a:cubicBezTo>
                  <a:pt x="9102506" y="1384677"/>
                  <a:pt x="9157972" y="1396060"/>
                  <a:pt x="9196054" y="1418827"/>
                </a:cubicBezTo>
                <a:cubicBezTo>
                  <a:pt x="9234135" y="1441593"/>
                  <a:pt x="9264352" y="1469119"/>
                  <a:pt x="9286704" y="1501405"/>
                </a:cubicBezTo>
                <a:cubicBezTo>
                  <a:pt x="9296638" y="1515479"/>
                  <a:pt x="9306158" y="1525413"/>
                  <a:pt x="9315265" y="1531208"/>
                </a:cubicBezTo>
                <a:cubicBezTo>
                  <a:pt x="9324372" y="1537003"/>
                  <a:pt x="9338445" y="1541556"/>
                  <a:pt x="9357486" y="1544868"/>
                </a:cubicBezTo>
                <a:cubicBezTo>
                  <a:pt x="9374871" y="1547351"/>
                  <a:pt x="9399913" y="1549628"/>
                  <a:pt x="9432614" y="1551698"/>
                </a:cubicBezTo>
                <a:cubicBezTo>
                  <a:pt x="9465314" y="1553767"/>
                  <a:pt x="9494910" y="1554802"/>
                  <a:pt x="9521401" y="1554802"/>
                </a:cubicBezTo>
                <a:cubicBezTo>
                  <a:pt x="9547893" y="1554802"/>
                  <a:pt x="9566105" y="1550663"/>
                  <a:pt x="9576040" y="1542384"/>
                </a:cubicBezTo>
                <a:cubicBezTo>
                  <a:pt x="9580179" y="1539073"/>
                  <a:pt x="9583490" y="1534933"/>
                  <a:pt x="9585974" y="1529966"/>
                </a:cubicBezTo>
                <a:cubicBezTo>
                  <a:pt x="9588458" y="1524999"/>
                  <a:pt x="9590527" y="1517134"/>
                  <a:pt x="9592183" y="1506372"/>
                </a:cubicBezTo>
                <a:cubicBezTo>
                  <a:pt x="9598806" y="1464980"/>
                  <a:pt x="9602117" y="1420275"/>
                  <a:pt x="9602117" y="1372260"/>
                </a:cubicBezTo>
                <a:cubicBezTo>
                  <a:pt x="9602117" y="1354874"/>
                  <a:pt x="9601289" y="1337076"/>
                  <a:pt x="9599634" y="1318863"/>
                </a:cubicBezTo>
                <a:cubicBezTo>
                  <a:pt x="9598806" y="1304789"/>
                  <a:pt x="9597150" y="1294234"/>
                  <a:pt x="9594666" y="1287197"/>
                </a:cubicBezTo>
                <a:cubicBezTo>
                  <a:pt x="9592183" y="1280161"/>
                  <a:pt x="9588044" y="1271675"/>
                  <a:pt x="9582249" y="1261741"/>
                </a:cubicBezTo>
                <a:cubicBezTo>
                  <a:pt x="9547479" y="1207102"/>
                  <a:pt x="9488701" y="1158052"/>
                  <a:pt x="9405915" y="1114589"/>
                </a:cubicBezTo>
                <a:cubicBezTo>
                  <a:pt x="9323130" y="1071127"/>
                  <a:pt x="9202262" y="1049395"/>
                  <a:pt x="9043314" y="1049395"/>
                </a:cubicBezTo>
                <a:close/>
                <a:moveTo>
                  <a:pt x="4980144" y="1036978"/>
                </a:moveTo>
                <a:cubicBezTo>
                  <a:pt x="4974349" y="1036978"/>
                  <a:pt x="4969175" y="1038012"/>
                  <a:pt x="4964621" y="1040082"/>
                </a:cubicBezTo>
                <a:cubicBezTo>
                  <a:pt x="4960068" y="1042152"/>
                  <a:pt x="4954481" y="1046084"/>
                  <a:pt x="4947857" y="1051879"/>
                </a:cubicBezTo>
                <a:cubicBezTo>
                  <a:pt x="4880801" y="1112313"/>
                  <a:pt x="4828646" y="1169849"/>
                  <a:pt x="4791392" y="1224487"/>
                </a:cubicBezTo>
                <a:cubicBezTo>
                  <a:pt x="4785597" y="1233594"/>
                  <a:pt x="4782079" y="1241044"/>
                  <a:pt x="4780837" y="1246839"/>
                </a:cubicBezTo>
                <a:cubicBezTo>
                  <a:pt x="4779595" y="1252634"/>
                  <a:pt x="4778974" y="1263396"/>
                  <a:pt x="4778974" y="1279126"/>
                </a:cubicBezTo>
                <a:lnTo>
                  <a:pt x="4778974" y="2188112"/>
                </a:lnTo>
                <a:cubicBezTo>
                  <a:pt x="4778974" y="2367757"/>
                  <a:pt x="4807122" y="2508906"/>
                  <a:pt x="4863416" y="2611560"/>
                </a:cubicBezTo>
                <a:cubicBezTo>
                  <a:pt x="4919710" y="2714215"/>
                  <a:pt x="5001047" y="2786445"/>
                  <a:pt x="5107427" y="2828252"/>
                </a:cubicBezTo>
                <a:cubicBezTo>
                  <a:pt x="5213806" y="2870058"/>
                  <a:pt x="5349368" y="2890962"/>
                  <a:pt x="5514111" y="2890962"/>
                </a:cubicBezTo>
                <a:cubicBezTo>
                  <a:pt x="5668092" y="2890962"/>
                  <a:pt x="5798894" y="2869852"/>
                  <a:pt x="5906515" y="2827631"/>
                </a:cubicBezTo>
                <a:cubicBezTo>
                  <a:pt x="6014136" y="2785411"/>
                  <a:pt x="6098371" y="2712559"/>
                  <a:pt x="6159218" y="2609077"/>
                </a:cubicBezTo>
                <a:cubicBezTo>
                  <a:pt x="6220066" y="2505595"/>
                  <a:pt x="6250489" y="2365273"/>
                  <a:pt x="6250489" y="2188112"/>
                </a:cubicBezTo>
                <a:lnTo>
                  <a:pt x="6250489" y="1279126"/>
                </a:lnTo>
                <a:cubicBezTo>
                  <a:pt x="6250489" y="1264224"/>
                  <a:pt x="6249869" y="1253462"/>
                  <a:pt x="6248627" y="1246839"/>
                </a:cubicBezTo>
                <a:cubicBezTo>
                  <a:pt x="6247385" y="1240217"/>
                  <a:pt x="6243867" y="1232766"/>
                  <a:pt x="6238072" y="1224487"/>
                </a:cubicBezTo>
                <a:cubicBezTo>
                  <a:pt x="6199162" y="1167365"/>
                  <a:pt x="6147007" y="1109829"/>
                  <a:pt x="6081607" y="1051879"/>
                </a:cubicBezTo>
                <a:cubicBezTo>
                  <a:pt x="6070845" y="1041945"/>
                  <a:pt x="6060496" y="1036978"/>
                  <a:pt x="6050562" y="1036978"/>
                </a:cubicBezTo>
                <a:cubicBezTo>
                  <a:pt x="6044767" y="1036978"/>
                  <a:pt x="6039593" y="1038012"/>
                  <a:pt x="6035040" y="1040082"/>
                </a:cubicBezTo>
                <a:cubicBezTo>
                  <a:pt x="6030487" y="1042152"/>
                  <a:pt x="6024899" y="1046084"/>
                  <a:pt x="6018276" y="1051879"/>
                </a:cubicBezTo>
                <a:cubicBezTo>
                  <a:pt x="5951219" y="1112313"/>
                  <a:pt x="5899064" y="1169849"/>
                  <a:pt x="5861811" y="1224487"/>
                </a:cubicBezTo>
                <a:cubicBezTo>
                  <a:pt x="5856016" y="1233594"/>
                  <a:pt x="5852497" y="1241044"/>
                  <a:pt x="5851256" y="1246839"/>
                </a:cubicBezTo>
                <a:cubicBezTo>
                  <a:pt x="5850014" y="1252634"/>
                  <a:pt x="5849394" y="1263396"/>
                  <a:pt x="5849394" y="1279126"/>
                </a:cubicBezTo>
                <a:lnTo>
                  <a:pt x="5849394" y="2126023"/>
                </a:lnTo>
                <a:cubicBezTo>
                  <a:pt x="5849394" y="2241923"/>
                  <a:pt x="5837182" y="2330917"/>
                  <a:pt x="5812760" y="2393007"/>
                </a:cubicBezTo>
                <a:cubicBezTo>
                  <a:pt x="5788339" y="2455096"/>
                  <a:pt x="5752327" y="2497730"/>
                  <a:pt x="5704725" y="2520910"/>
                </a:cubicBezTo>
                <a:cubicBezTo>
                  <a:pt x="5657123" y="2544090"/>
                  <a:pt x="5593586" y="2555680"/>
                  <a:pt x="5514111" y="2555680"/>
                </a:cubicBezTo>
                <a:cubicBezTo>
                  <a:pt x="5436292" y="2555680"/>
                  <a:pt x="5373583" y="2544090"/>
                  <a:pt x="5325981" y="2520910"/>
                </a:cubicBezTo>
                <a:cubicBezTo>
                  <a:pt x="5278379" y="2497730"/>
                  <a:pt x="5242160" y="2454889"/>
                  <a:pt x="5217325" y="2392386"/>
                </a:cubicBezTo>
                <a:cubicBezTo>
                  <a:pt x="5192489" y="2329882"/>
                  <a:pt x="5180071" y="2241095"/>
                  <a:pt x="5180071" y="2126023"/>
                </a:cubicBezTo>
                <a:lnTo>
                  <a:pt x="5180071" y="1279126"/>
                </a:lnTo>
                <a:cubicBezTo>
                  <a:pt x="5180071" y="1264224"/>
                  <a:pt x="5179451" y="1253462"/>
                  <a:pt x="5178208" y="1246839"/>
                </a:cubicBezTo>
                <a:cubicBezTo>
                  <a:pt x="5176967" y="1240217"/>
                  <a:pt x="5173448" y="1232766"/>
                  <a:pt x="5167653" y="1224487"/>
                </a:cubicBezTo>
                <a:cubicBezTo>
                  <a:pt x="5128744" y="1167365"/>
                  <a:pt x="5076589" y="1109829"/>
                  <a:pt x="5011188" y="1051879"/>
                </a:cubicBezTo>
                <a:cubicBezTo>
                  <a:pt x="5000426" y="1041945"/>
                  <a:pt x="4990078" y="1036978"/>
                  <a:pt x="4980144" y="1036978"/>
                </a:cubicBezTo>
                <a:close/>
                <a:moveTo>
                  <a:pt x="0" y="0"/>
                </a:moveTo>
                <a:lnTo>
                  <a:pt x="12314583" y="0"/>
                </a:lnTo>
                <a:lnTo>
                  <a:pt x="12314583" y="7111272"/>
                </a:lnTo>
                <a:lnTo>
                  <a:pt x="0" y="71112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69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AF69AD-0C6F-9085-128E-1A57576D93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995" r="-1" b="217"/>
          <a:stretch/>
        </p:blipFill>
        <p:spPr>
          <a:xfrm>
            <a:off x="4738645" y="81023"/>
            <a:ext cx="7381959" cy="3512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E761C0-A7BB-1A41-1B63-AF9F5879F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607" b="1"/>
          <a:stretch/>
        </p:blipFill>
        <p:spPr>
          <a:xfrm>
            <a:off x="4738644" y="3686174"/>
            <a:ext cx="7453355" cy="3512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48B8A5-F909-5BCE-51DC-F3F9DB8B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3AEEE4-4A5D-96DA-F0C2-4F9C23064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004" y="81023"/>
            <a:ext cx="7453356" cy="33659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DA30D7-A7B7-8B02-02A2-53C38C926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004" y="3539925"/>
            <a:ext cx="7522809" cy="352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38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435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ADLaM Display</vt:lpstr>
      <vt:lpstr>Arial</vt:lpstr>
      <vt:lpstr>Calibri</vt:lpstr>
      <vt:lpstr>Calibri Light</vt:lpstr>
      <vt:lpstr>Söhne</vt:lpstr>
      <vt:lpstr>Wingdings</vt:lpstr>
      <vt:lpstr>Office Theme</vt:lpstr>
      <vt:lpstr>OS Task Manager </vt:lpstr>
      <vt:lpstr>TECHNOLOGY BEHIND THIS PROJECT</vt:lpstr>
      <vt:lpstr>PROBLEM STATEMENT</vt:lpstr>
      <vt:lpstr>PROBLEM STATEMENT</vt:lpstr>
      <vt:lpstr>USES OF TASK MANAGER</vt:lpstr>
      <vt:lpstr>PowerPoint Presentation</vt:lpstr>
      <vt:lpstr>REQUIREMENTS</vt:lpstr>
      <vt:lpstr>PowerPoint Presentation</vt:lpstr>
      <vt:lpstr>PowerPoint Presentation</vt:lpstr>
      <vt:lpstr>PowerPoint Presentation</vt:lpstr>
      <vt:lpstr>PowerPoint Presentation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Task Manager</dc:title>
  <dc:creator>Yeshwanth Raghavendar R</dc:creator>
  <cp:lastModifiedBy>Yeshwanth Raghavendar R</cp:lastModifiedBy>
  <cp:revision>2</cp:revision>
  <dcterms:created xsi:type="dcterms:W3CDTF">2023-11-15T14:20:57Z</dcterms:created>
  <dcterms:modified xsi:type="dcterms:W3CDTF">2023-11-16T05:08:06Z</dcterms:modified>
</cp:coreProperties>
</file>